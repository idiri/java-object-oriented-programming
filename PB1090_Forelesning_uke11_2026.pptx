
<file path=[Content_Types].xml><?xml version="1.0" encoding="utf-8"?>
<Types xmlns="http://schemas.openxmlformats.org/package/2006/content-types">
  <Default Extension="emf" ContentType="image/x-emf"/>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2.xml" ContentType="application/vnd.openxmlformats-officedocument.theme+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theme/theme3.xml" ContentType="application/vnd.openxmlformats-officedocument.theme+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63" r:id="rId4"/>
    <p:sldMasterId id="2147483659" r:id="rId5"/>
    <p:sldMasterId id="2147483682" r:id="rId6"/>
    <p:sldMasterId id="2147483696" r:id="rId7"/>
  </p:sldMasterIdLst>
  <p:notesMasterIdLst>
    <p:notesMasterId r:id="rId37"/>
  </p:notesMasterIdLst>
  <p:handoutMasterIdLst>
    <p:handoutMasterId r:id="rId38"/>
  </p:handoutMasterIdLst>
  <p:sldIdLst>
    <p:sldId id="257" r:id="rId8"/>
    <p:sldId id="258" r:id="rId9"/>
    <p:sldId id="608" r:id="rId10"/>
    <p:sldId id="330" r:id="rId11"/>
    <p:sldId id="408" r:id="rId12"/>
    <p:sldId id="409" r:id="rId13"/>
    <p:sldId id="410" r:id="rId14"/>
    <p:sldId id="609" r:id="rId15"/>
    <p:sldId id="411" r:id="rId16"/>
    <p:sldId id="412" r:id="rId17"/>
    <p:sldId id="610" r:id="rId18"/>
    <p:sldId id="413" r:id="rId19"/>
    <p:sldId id="414" r:id="rId20"/>
    <p:sldId id="415" r:id="rId21"/>
    <p:sldId id="416" r:id="rId22"/>
    <p:sldId id="417" r:id="rId23"/>
    <p:sldId id="418" r:id="rId24"/>
    <p:sldId id="423" r:id="rId25"/>
    <p:sldId id="612" r:id="rId26"/>
    <p:sldId id="426" r:id="rId27"/>
    <p:sldId id="614" r:id="rId28"/>
    <p:sldId id="428" r:id="rId29"/>
    <p:sldId id="429" r:id="rId30"/>
    <p:sldId id="430" r:id="rId31"/>
    <p:sldId id="615" r:id="rId32"/>
    <p:sldId id="435" r:id="rId33"/>
    <p:sldId id="616" r:id="rId34"/>
    <p:sldId id="438" r:id="rId35"/>
    <p:sldId id="298" r:id="rId36"/>
  </p:sldIdLst>
  <p:sldSz cx="9144000" cy="6858000" type="screen4x3"/>
  <p:notesSz cx="6858000" cy="9144000"/>
  <p:embeddedFontLst>
    <p:embeddedFont>
      <p:font typeface="Noto Sans Symbols" panose="020B0604020202020204" charset="0"/>
      <p:regular r:id="rId39"/>
    </p:embeddedFont>
    <p:embeddedFont>
      <p:font typeface="Segoe UI" panose="020B0502040204020203" pitchFamily="34" charset="0"/>
      <p:regular r:id="rId40"/>
      <p:bold r:id="rId41"/>
      <p:italic r:id="rId42"/>
      <p:boldItalic r:id="rId43"/>
    </p:embeddedFont>
    <p:embeddedFont>
      <p:font typeface="Verdana" panose="020B0604030504040204" pitchFamily="34" charset="0"/>
      <p:regular r:id="rId44"/>
      <p:bold r:id="rId45"/>
      <p:italic r:id="rId46"/>
      <p:boldItalic r:id="rId47"/>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3929" userDrawn="1">
          <p15:clr>
            <a:srgbClr val="A4A3A4"/>
          </p15:clr>
        </p15:guide>
        <p15:guide id="2" pos="4037" userDrawn="1">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Jeffrey Holcomb" initials="" lastIdx="3" clrIdx="0"/>
  <p:cmAuthor id="1" name="Ruchi Sachdev" initials="" lastIdx="8" clrIdx="1"/>
  <p:cmAuthor id="2" name="Sarah Reusché" initials="" lastIdx="13" clrIdx="2"/>
  <p:cmAuthor id="3" name="Nitin Shankar" initials="" lastIdx="6" clrIdx="3"/>
  <p:cmAuthor id="4" name="Kristen Flathman" initials="" lastIdx="1" clrIdx="4"/>
  <p:cmAuthor id="5" name="Ben Schroeter" initials="" lastIdx="0" clrIdx="5"/>
  <p:cmAuthor id="6" name="AnnMarie Short" initials="AS" lastIdx="35" clrIdx="6">
    <p:extLst>
      <p:ext uri="{19B8F6BF-5375-455C-9EA6-DF929625EA0E}">
        <p15:presenceInfo xmlns:p15="http://schemas.microsoft.com/office/powerpoint/2012/main" userId="5a9a73d1263ca8f0"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7FA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987895F-5571-45DD-ABC9-EF4AF3844778}" v="29" dt="2026-03-13T09:02:59.229"/>
  </p1510:revLst>
</p1510:revInfo>
</file>

<file path=ppt/tableStyles.xml><?xml version="1.0" encoding="utf-8"?>
<a:tblStyleLst xmlns:a="http://schemas.openxmlformats.org/drawingml/2006/main" def="{40F9630F-82C1-40B7-BC3A-925EFCFF5E92}">
  <a:tblStyle styleId="{40F9630F-82C1-40B7-BC3A-925EFCFF5E92}" styleName="Table_0">
    <a:wholeTbl>
      <a:tcTxStyle b="off" i="off">
        <a:font>
          <a:latin typeface="Arial"/>
          <a:ea typeface="Arial"/>
          <a:cs typeface="Arial"/>
        </a:font>
        <a:schemeClr val="dk1"/>
      </a:tcTxStyle>
      <a:tcStyle>
        <a:tcBdr>
          <a:left>
            <a:ln w="9525" cap="flat" cmpd="sng">
              <a:solidFill>
                <a:srgbClr val="000000">
                  <a:alpha val="0"/>
                </a:srgbClr>
              </a:solidFill>
              <a:prstDash val="solid"/>
              <a:round/>
              <a:headEnd type="none" w="med" len="med"/>
              <a:tailEnd type="none" w="med" len="med"/>
            </a:ln>
          </a:left>
          <a:right>
            <a:ln w="9525" cap="flat" cmpd="sng">
              <a:solidFill>
                <a:srgbClr val="000000">
                  <a:alpha val="0"/>
                </a:srgbClr>
              </a:solidFill>
              <a:prstDash val="solid"/>
              <a:round/>
              <a:headEnd type="none" w="med" len="med"/>
              <a:tailEnd type="none" w="med" len="med"/>
            </a:ln>
          </a:right>
          <a:top>
            <a:ln w="12700" cap="flat" cmpd="sng">
              <a:solidFill>
                <a:schemeClr val="accent1"/>
              </a:solidFill>
              <a:prstDash val="solid"/>
              <a:round/>
              <a:headEnd type="none" w="med" len="med"/>
              <a:tailEnd type="none" w="med" len="med"/>
            </a:ln>
          </a:top>
          <a:bottom>
            <a:ln w="12700" cap="flat" cmpd="sng">
              <a:solidFill>
                <a:schemeClr val="accent1"/>
              </a:solidFill>
              <a:prstDash val="solid"/>
              <a:round/>
              <a:headEnd type="none" w="med" len="med"/>
              <a:tailEnd type="none" w="med" len="med"/>
            </a:ln>
          </a:bottom>
          <a:insideH>
            <a:ln w="9525" cap="flat" cmpd="sng">
              <a:solidFill>
                <a:srgbClr val="000000">
                  <a:alpha val="0"/>
                </a:srgbClr>
              </a:solidFill>
              <a:prstDash val="solid"/>
              <a:round/>
              <a:headEnd type="none" w="med" len="med"/>
              <a:tailEnd type="none" w="med" len="med"/>
            </a:ln>
          </a:insideH>
          <a:insideV>
            <a:ln w="9525" cap="flat" cmpd="sng">
              <a:solidFill>
                <a:srgbClr val="000000">
                  <a:alpha val="0"/>
                </a:srgbClr>
              </a:solidFill>
              <a:prstDash val="solid"/>
              <a:round/>
              <a:headEnd type="none" w="med" len="med"/>
              <a:tailEnd type="none" w="med" len="med"/>
            </a:ln>
          </a:insideV>
        </a:tcBdr>
        <a:fill>
          <a:solidFill>
            <a:srgbClr val="FFFFFF">
              <a:alpha val="0"/>
            </a:srgbClr>
          </a:solid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i="off"/>
      <a:tcStyle>
        <a:tcBdr/>
      </a:tcStyle>
    </a:lastCol>
    <a:firstCol>
      <a:tcTxStyle b="on" i="off"/>
      <a:tcStyle>
        <a:tcBdr/>
      </a:tcStyle>
    </a:firstCol>
    <a:lastRow>
      <a:tcTxStyle b="on" i="off"/>
      <a:tcStyle>
        <a:tcBdr>
          <a:top>
            <a:ln w="12700" cap="flat" cmpd="sng">
              <a:solidFill>
                <a:schemeClr val="accent1"/>
              </a:solidFill>
              <a:prstDash val="solid"/>
              <a:round/>
              <a:headEnd type="none" w="med" len="med"/>
              <a:tailEnd type="none" w="med" len="med"/>
            </a:ln>
          </a:top>
        </a:tcBdr>
        <a:fill>
          <a:solidFill>
            <a:srgbClr val="FFFFFF">
              <a:alpha val="0"/>
            </a:srgbClr>
          </a:solidFill>
        </a:fill>
      </a:tcStyle>
    </a:lastRow>
    <a:firstRow>
      <a:tcTxStyle b="on" i="off"/>
      <a:tcStyle>
        <a:tcBdr>
          <a:bottom>
            <a:ln w="12700" cap="flat" cmpd="sng">
              <a:solidFill>
                <a:schemeClr val="accent1"/>
              </a:solidFill>
              <a:prstDash val="solid"/>
              <a:round/>
              <a:headEnd type="none" w="med" len="med"/>
              <a:tailEnd type="none" w="med" len="med"/>
            </a:ln>
          </a:bottom>
        </a:tcBdr>
        <a:fill>
          <a:solidFill>
            <a:srgbClr val="FFFFFF">
              <a:alpha val="0"/>
            </a:srgbClr>
          </a:solidFill>
        </a:fill>
      </a:tcStyle>
    </a:firstRow>
  </a:tblStyle>
  <a:tblStyle styleId="{16D9F66E-5EB9-4882-86FB-DCBF35E3C3E4}" styleName="Medium Style 4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solidFill>
            <a:schemeClr val="accent6">
              <a:tint val="20000"/>
            </a:schemeClr>
          </a:solidFill>
        </a:fill>
      </a:tcStyle>
    </a:wholeTbl>
    <a:band1H>
      <a:tcStyle>
        <a:tcBdr/>
        <a:fill>
          <a:solidFill>
            <a:schemeClr val="accent6">
              <a:tint val="40000"/>
            </a:schemeClr>
          </a:solidFill>
        </a:fill>
      </a:tcStyle>
    </a:band1H>
    <a:band1V>
      <a:tcStyle>
        <a:tcBdr/>
        <a:fill>
          <a:solidFill>
            <a:schemeClr val="accent6">
              <a:tint val="40000"/>
            </a:schemeClr>
          </a:solidFill>
        </a:fill>
      </a:tcStyle>
    </a:band1V>
    <a:lastCol>
      <a:tcTxStyle b="on"/>
      <a:tcStyle>
        <a:tcBdr/>
      </a:tcStyle>
    </a:lastCol>
    <a:firstCol>
      <a:tcTxStyle b="on"/>
      <a:tcStyle>
        <a:tcBdr/>
      </a:tcStyle>
    </a:firstCol>
    <a:lastRow>
      <a:tcTxStyle b="on"/>
      <a:tcStyle>
        <a:tcBdr>
          <a:top>
            <a:ln w="25400" cmpd="sng">
              <a:solidFill>
                <a:schemeClr val="accent6"/>
              </a:solidFill>
            </a:ln>
          </a:top>
        </a:tcBdr>
        <a:fill>
          <a:solidFill>
            <a:schemeClr val="accent6">
              <a:tint val="20000"/>
            </a:schemeClr>
          </a:solidFill>
        </a:fill>
      </a:tcStyle>
    </a:lastRow>
    <a:firstRow>
      <a:tcTxStyle b="on"/>
      <a:tcStyle>
        <a:tcBdr/>
        <a:fill>
          <a:solidFill>
            <a:schemeClr val="accent6">
              <a:tint val="20000"/>
            </a:schemeClr>
          </a:solidFill>
        </a:fill>
      </a:tcStyle>
    </a:firstRow>
  </a:tblStyle>
  <a:tblStyle styleId="{E8B1032C-EA38-4F05-BA0D-38AFFFC7BED3}" styleName="Light Style 3 - Accent 6">
    <a:wholeTbl>
      <a:tcTxStyle>
        <a:fontRef idx="minor">
          <a:scrgbClr r="0" g="0" b="0"/>
        </a:fontRef>
        <a:schemeClr val="tx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noFill/>
        </a:fill>
      </a:tcStyle>
    </a:wholeTbl>
    <a:band1H>
      <a:tcStyle>
        <a:tcBdr/>
        <a:fill>
          <a:solidFill>
            <a:schemeClr val="accent6">
              <a:alpha val="20000"/>
            </a:schemeClr>
          </a:solidFill>
        </a:fill>
      </a:tcStyle>
    </a:band1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noFill/>
        </a:fill>
      </a:tcStyle>
    </a:lastRow>
    <a:firstRow>
      <a:tcTxStyle b="on"/>
      <a:tcStyle>
        <a:tcBdr>
          <a:bottom>
            <a:ln w="25400" cmpd="sng">
              <a:solidFill>
                <a:schemeClr val="accent6"/>
              </a:solidFill>
            </a:ln>
          </a:bottom>
        </a:tcBdr>
        <a:fill>
          <a:no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1860" autoAdjust="0"/>
    <p:restoredTop sz="90566" autoAdjust="0"/>
  </p:normalViewPr>
  <p:slideViewPr>
    <p:cSldViewPr snapToGrid="0" snapToObjects="1">
      <p:cViewPr varScale="1">
        <p:scale>
          <a:sx n="80" d="100"/>
          <a:sy n="80" d="100"/>
        </p:scale>
        <p:origin x="2706" y="516"/>
      </p:cViewPr>
      <p:guideLst>
        <p:guide orient="horz" pos="3929"/>
        <p:guide pos="4037"/>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100" d="100"/>
        <a:sy n="100" d="100"/>
      </p:scale>
      <p:origin x="0" y="-3346"/>
    </p:cViewPr>
  </p:sorterViewPr>
  <p:notesViewPr>
    <p:cSldViewPr snapToGrid="0" snapToObjects="1">
      <p:cViewPr varScale="1">
        <p:scale>
          <a:sx n="68" d="100"/>
          <a:sy n="68" d="100"/>
        </p:scale>
        <p:origin x="3060" y="72"/>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6.xml"/><Relationship Id="rId18" Type="http://schemas.openxmlformats.org/officeDocument/2006/relationships/slide" Target="slides/slide11.xml"/><Relationship Id="rId26" Type="http://schemas.openxmlformats.org/officeDocument/2006/relationships/slide" Target="slides/slide19.xml"/><Relationship Id="rId39" Type="http://schemas.openxmlformats.org/officeDocument/2006/relationships/font" Target="fonts/font1.fntdata"/><Relationship Id="rId21" Type="http://schemas.openxmlformats.org/officeDocument/2006/relationships/slide" Target="slides/slide14.xml"/><Relationship Id="rId34" Type="http://schemas.openxmlformats.org/officeDocument/2006/relationships/slide" Target="slides/slide27.xml"/><Relationship Id="rId42" Type="http://schemas.openxmlformats.org/officeDocument/2006/relationships/font" Target="fonts/font4.fntdata"/><Relationship Id="rId47" Type="http://schemas.openxmlformats.org/officeDocument/2006/relationships/font" Target="fonts/font9.fntdata"/><Relationship Id="rId50" Type="http://schemas.openxmlformats.org/officeDocument/2006/relationships/viewProps" Target="viewProps.xml"/><Relationship Id="rId7" Type="http://schemas.openxmlformats.org/officeDocument/2006/relationships/slideMaster" Target="slideMasters/slideMaster4.xml"/><Relationship Id="rId2" Type="http://schemas.openxmlformats.org/officeDocument/2006/relationships/customXml" Target="../customXml/item2.xml"/><Relationship Id="rId16" Type="http://schemas.openxmlformats.org/officeDocument/2006/relationships/slide" Target="slides/slide9.xml"/><Relationship Id="rId29" Type="http://schemas.openxmlformats.org/officeDocument/2006/relationships/slide" Target="slides/slide22.xml"/><Relationship Id="rId11" Type="http://schemas.openxmlformats.org/officeDocument/2006/relationships/slide" Target="slides/slide4.xml"/><Relationship Id="rId24" Type="http://schemas.openxmlformats.org/officeDocument/2006/relationships/slide" Target="slides/slide17.xml"/><Relationship Id="rId32" Type="http://schemas.openxmlformats.org/officeDocument/2006/relationships/slide" Target="slides/slide25.xml"/><Relationship Id="rId37" Type="http://schemas.openxmlformats.org/officeDocument/2006/relationships/notesMaster" Target="notesMasters/notesMaster1.xml"/><Relationship Id="rId40" Type="http://schemas.openxmlformats.org/officeDocument/2006/relationships/font" Target="fonts/font2.fntdata"/><Relationship Id="rId45" Type="http://schemas.openxmlformats.org/officeDocument/2006/relationships/font" Target="fonts/font7.fntdata"/><Relationship Id="rId53" Type="http://schemas.microsoft.com/office/2016/11/relationships/changesInfo" Target="changesInfos/changesInfo1.xml"/><Relationship Id="rId5" Type="http://schemas.openxmlformats.org/officeDocument/2006/relationships/slideMaster" Target="slideMasters/slideMaster2.xml"/><Relationship Id="rId10" Type="http://schemas.openxmlformats.org/officeDocument/2006/relationships/slide" Target="slides/slide3.xml"/><Relationship Id="rId19" Type="http://schemas.openxmlformats.org/officeDocument/2006/relationships/slide" Target="slides/slide12.xml"/><Relationship Id="rId31" Type="http://schemas.openxmlformats.org/officeDocument/2006/relationships/slide" Target="slides/slide24.xml"/><Relationship Id="rId44" Type="http://schemas.openxmlformats.org/officeDocument/2006/relationships/font" Target="fonts/font6.fntdata"/><Relationship Id="rId52"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2.xml"/><Relationship Id="rId14" Type="http://schemas.openxmlformats.org/officeDocument/2006/relationships/slide" Target="slides/slide7.xml"/><Relationship Id="rId22" Type="http://schemas.openxmlformats.org/officeDocument/2006/relationships/slide" Target="slides/slide15.xml"/><Relationship Id="rId27" Type="http://schemas.openxmlformats.org/officeDocument/2006/relationships/slide" Target="slides/slide20.xml"/><Relationship Id="rId30" Type="http://schemas.openxmlformats.org/officeDocument/2006/relationships/slide" Target="slides/slide23.xml"/><Relationship Id="rId35" Type="http://schemas.openxmlformats.org/officeDocument/2006/relationships/slide" Target="slides/slide28.xml"/><Relationship Id="rId43" Type="http://schemas.openxmlformats.org/officeDocument/2006/relationships/font" Target="fonts/font5.fntdata"/><Relationship Id="rId48" Type="http://schemas.openxmlformats.org/officeDocument/2006/relationships/commentAuthors" Target="commentAuthors.xml"/><Relationship Id="rId8" Type="http://schemas.openxmlformats.org/officeDocument/2006/relationships/slide" Target="slides/slide1.xml"/><Relationship Id="rId51" Type="http://schemas.openxmlformats.org/officeDocument/2006/relationships/theme" Target="theme/theme1.xml"/><Relationship Id="rId3" Type="http://schemas.openxmlformats.org/officeDocument/2006/relationships/customXml" Target="../customXml/item3.xml"/><Relationship Id="rId12" Type="http://schemas.openxmlformats.org/officeDocument/2006/relationships/slide" Target="slides/slide5.xml"/><Relationship Id="rId17" Type="http://schemas.openxmlformats.org/officeDocument/2006/relationships/slide" Target="slides/slide10.xml"/><Relationship Id="rId25" Type="http://schemas.openxmlformats.org/officeDocument/2006/relationships/slide" Target="slides/slide18.xml"/><Relationship Id="rId33" Type="http://schemas.openxmlformats.org/officeDocument/2006/relationships/slide" Target="slides/slide26.xml"/><Relationship Id="rId38" Type="http://schemas.openxmlformats.org/officeDocument/2006/relationships/handoutMaster" Target="handoutMasters/handoutMaster1.xml"/><Relationship Id="rId46" Type="http://schemas.openxmlformats.org/officeDocument/2006/relationships/font" Target="fonts/font8.fntdata"/><Relationship Id="rId20" Type="http://schemas.openxmlformats.org/officeDocument/2006/relationships/slide" Target="slides/slide13.xml"/><Relationship Id="rId41" Type="http://schemas.openxmlformats.org/officeDocument/2006/relationships/font" Target="fonts/font3.fntdata"/><Relationship Id="rId54" Type="http://schemas.microsoft.com/office/2015/10/relationships/revisionInfo" Target="revisionInfo.xml"/><Relationship Id="rId1" Type="http://schemas.openxmlformats.org/officeDocument/2006/relationships/customXml" Target="../customXml/item1.xml"/><Relationship Id="rId6" Type="http://schemas.openxmlformats.org/officeDocument/2006/relationships/slideMaster" Target="slideMasters/slideMaster3.xml"/><Relationship Id="rId15" Type="http://schemas.openxmlformats.org/officeDocument/2006/relationships/slide" Target="slides/slide8.xml"/><Relationship Id="rId23" Type="http://schemas.openxmlformats.org/officeDocument/2006/relationships/slide" Target="slides/slide16.xml"/><Relationship Id="rId28" Type="http://schemas.openxmlformats.org/officeDocument/2006/relationships/slide" Target="slides/slide21.xml"/><Relationship Id="rId36" Type="http://schemas.openxmlformats.org/officeDocument/2006/relationships/slide" Target="slides/slide29.xml"/><Relationship Id="rId49"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Lars Erik Opdal" userId="af5eb553-1c4b-4d5e-9b8d-44d5e5247714" providerId="ADAL" clId="{C6CD09DF-5700-437A-8CD9-A8C28DC7A7FE}"/>
    <pc:docChg chg="undo custSel modSld">
      <pc:chgData name="Lars Erik Opdal" userId="af5eb553-1c4b-4d5e-9b8d-44d5e5247714" providerId="ADAL" clId="{C6CD09DF-5700-437A-8CD9-A8C28DC7A7FE}" dt="2026-03-13T09:02:59.229" v="261" actId="12"/>
      <pc:docMkLst>
        <pc:docMk/>
      </pc:docMkLst>
      <pc:sldChg chg="modSp mod">
        <pc:chgData name="Lars Erik Opdal" userId="af5eb553-1c4b-4d5e-9b8d-44d5e5247714" providerId="ADAL" clId="{C6CD09DF-5700-437A-8CD9-A8C28DC7A7FE}" dt="2026-03-12T16:42:08.243" v="5" actId="20577"/>
        <pc:sldMkLst>
          <pc:docMk/>
          <pc:sldMk cId="3677857350" sldId="258"/>
        </pc:sldMkLst>
        <pc:spChg chg="mod">
          <ac:chgData name="Lars Erik Opdal" userId="af5eb553-1c4b-4d5e-9b8d-44d5e5247714" providerId="ADAL" clId="{C6CD09DF-5700-437A-8CD9-A8C28DC7A7FE}" dt="2026-03-12T16:42:08.243" v="5" actId="20577"/>
          <ac:spMkLst>
            <pc:docMk/>
            <pc:sldMk cId="3677857350" sldId="258"/>
            <ac:spMk id="6" creationId="{00000000-0000-0000-0000-000000000000}"/>
          </ac:spMkLst>
        </pc:spChg>
      </pc:sldChg>
      <pc:sldChg chg="addSp delSp modSp mod">
        <pc:chgData name="Lars Erik Opdal" userId="af5eb553-1c4b-4d5e-9b8d-44d5e5247714" providerId="ADAL" clId="{C6CD09DF-5700-437A-8CD9-A8C28DC7A7FE}" dt="2026-03-13T08:55:54.447" v="231"/>
        <pc:sldMkLst>
          <pc:docMk/>
          <pc:sldMk cId="3452098327" sldId="408"/>
        </pc:sldMkLst>
        <pc:spChg chg="add del mod">
          <ac:chgData name="Lars Erik Opdal" userId="af5eb553-1c4b-4d5e-9b8d-44d5e5247714" providerId="ADAL" clId="{C6CD09DF-5700-437A-8CD9-A8C28DC7A7FE}" dt="2026-03-13T08:55:54.447" v="231"/>
          <ac:spMkLst>
            <pc:docMk/>
            <pc:sldMk cId="3452098327" sldId="408"/>
            <ac:spMk id="7" creationId="{8FBD081D-0025-7B2B-1A9F-0D80FCA9037F}"/>
          </ac:spMkLst>
        </pc:spChg>
        <pc:graphicFrameChg chg="add mod modGraphic">
          <ac:chgData name="Lars Erik Opdal" userId="af5eb553-1c4b-4d5e-9b8d-44d5e5247714" providerId="ADAL" clId="{C6CD09DF-5700-437A-8CD9-A8C28DC7A7FE}" dt="2026-03-13T08:55:25.489" v="225" actId="1076"/>
          <ac:graphicFrameMkLst>
            <pc:docMk/>
            <pc:sldMk cId="3452098327" sldId="408"/>
            <ac:graphicFrameMk id="5" creationId="{96A4D8D5-1E2F-D550-7B8D-D82A4C851E32}"/>
          </ac:graphicFrameMkLst>
        </pc:graphicFrameChg>
        <pc:graphicFrameChg chg="add del mod">
          <ac:chgData name="Lars Erik Opdal" userId="af5eb553-1c4b-4d5e-9b8d-44d5e5247714" providerId="ADAL" clId="{C6CD09DF-5700-437A-8CD9-A8C28DC7A7FE}" dt="2026-03-13T08:55:54.430" v="229" actId="21"/>
          <ac:graphicFrameMkLst>
            <pc:docMk/>
            <pc:sldMk cId="3452098327" sldId="408"/>
            <ac:graphicFrameMk id="8" creationId="{85F65928-1094-B532-D32C-E14FB51A6F2D}"/>
          </ac:graphicFrameMkLst>
        </pc:graphicFrameChg>
      </pc:sldChg>
      <pc:sldChg chg="modSp mod">
        <pc:chgData name="Lars Erik Opdal" userId="af5eb553-1c4b-4d5e-9b8d-44d5e5247714" providerId="ADAL" clId="{C6CD09DF-5700-437A-8CD9-A8C28DC7A7FE}" dt="2026-03-13T08:49:04.953" v="197" actId="20577"/>
        <pc:sldMkLst>
          <pc:docMk/>
          <pc:sldMk cId="1048247707" sldId="409"/>
        </pc:sldMkLst>
        <pc:spChg chg="mod">
          <ac:chgData name="Lars Erik Opdal" userId="af5eb553-1c4b-4d5e-9b8d-44d5e5247714" providerId="ADAL" clId="{C6CD09DF-5700-437A-8CD9-A8C28DC7A7FE}" dt="2026-03-13T08:49:04.953" v="197" actId="20577"/>
          <ac:spMkLst>
            <pc:docMk/>
            <pc:sldMk cId="1048247707" sldId="409"/>
            <ac:spMk id="3" creationId="{6F20D190-1CE8-4ED7-B862-48A957045FC3}"/>
          </ac:spMkLst>
        </pc:spChg>
      </pc:sldChg>
      <pc:sldChg chg="modSp mod">
        <pc:chgData name="Lars Erik Opdal" userId="af5eb553-1c4b-4d5e-9b8d-44d5e5247714" providerId="ADAL" clId="{C6CD09DF-5700-437A-8CD9-A8C28DC7A7FE}" dt="2026-03-13T08:50:20.475" v="200" actId="207"/>
        <pc:sldMkLst>
          <pc:docMk/>
          <pc:sldMk cId="3027952918" sldId="410"/>
        </pc:sldMkLst>
        <pc:spChg chg="mod">
          <ac:chgData name="Lars Erik Opdal" userId="af5eb553-1c4b-4d5e-9b8d-44d5e5247714" providerId="ADAL" clId="{C6CD09DF-5700-437A-8CD9-A8C28DC7A7FE}" dt="2026-03-13T08:50:20.475" v="200" actId="207"/>
          <ac:spMkLst>
            <pc:docMk/>
            <pc:sldMk cId="3027952918" sldId="410"/>
            <ac:spMk id="3" creationId="{746BDF2E-5A08-419C-A139-F5E6D2274450}"/>
          </ac:spMkLst>
        </pc:spChg>
      </pc:sldChg>
      <pc:sldChg chg="modSp modAnim">
        <pc:chgData name="Lars Erik Opdal" userId="af5eb553-1c4b-4d5e-9b8d-44d5e5247714" providerId="ADAL" clId="{C6CD09DF-5700-437A-8CD9-A8C28DC7A7FE}" dt="2026-03-13T08:53:06.538" v="218" actId="207"/>
        <pc:sldMkLst>
          <pc:docMk/>
          <pc:sldMk cId="1107564725" sldId="411"/>
        </pc:sldMkLst>
        <pc:spChg chg="mod">
          <ac:chgData name="Lars Erik Opdal" userId="af5eb553-1c4b-4d5e-9b8d-44d5e5247714" providerId="ADAL" clId="{C6CD09DF-5700-437A-8CD9-A8C28DC7A7FE}" dt="2026-03-13T08:52:48.318" v="209" actId="20577"/>
          <ac:spMkLst>
            <pc:docMk/>
            <pc:sldMk cId="1107564725" sldId="411"/>
            <ac:spMk id="3" creationId="{FF830E96-E633-4E67-A2CE-D31DBE6162D0}"/>
          </ac:spMkLst>
        </pc:spChg>
        <pc:spChg chg="mod">
          <ac:chgData name="Lars Erik Opdal" userId="af5eb553-1c4b-4d5e-9b8d-44d5e5247714" providerId="ADAL" clId="{C6CD09DF-5700-437A-8CD9-A8C28DC7A7FE}" dt="2026-03-13T08:53:02.201" v="217" actId="207"/>
          <ac:spMkLst>
            <pc:docMk/>
            <pc:sldMk cId="1107564725" sldId="411"/>
            <ac:spMk id="4" creationId="{DC6BA0D6-B703-8588-6E24-AC5BFA07A8D3}"/>
          </ac:spMkLst>
        </pc:spChg>
        <pc:spChg chg="mod">
          <ac:chgData name="Lars Erik Opdal" userId="af5eb553-1c4b-4d5e-9b8d-44d5e5247714" providerId="ADAL" clId="{C6CD09DF-5700-437A-8CD9-A8C28DC7A7FE}" dt="2026-03-13T08:53:06.538" v="218" actId="207"/>
          <ac:spMkLst>
            <pc:docMk/>
            <pc:sldMk cId="1107564725" sldId="411"/>
            <ac:spMk id="6" creationId="{F4E799DE-7946-4B66-F701-829023D6DAC9}"/>
          </ac:spMkLst>
        </pc:spChg>
      </pc:sldChg>
      <pc:sldChg chg="addSp modSp mod modAnim">
        <pc:chgData name="Lars Erik Opdal" userId="af5eb553-1c4b-4d5e-9b8d-44d5e5247714" providerId="ADAL" clId="{C6CD09DF-5700-437A-8CD9-A8C28DC7A7FE}" dt="2026-03-13T08:57:06.443" v="237"/>
        <pc:sldMkLst>
          <pc:docMk/>
          <pc:sldMk cId="727364859" sldId="412"/>
        </pc:sldMkLst>
        <pc:graphicFrameChg chg="add mod">
          <ac:chgData name="Lars Erik Opdal" userId="af5eb553-1c4b-4d5e-9b8d-44d5e5247714" providerId="ADAL" clId="{C6CD09DF-5700-437A-8CD9-A8C28DC7A7FE}" dt="2026-03-13T08:56:22.034" v="235" actId="1076"/>
          <ac:graphicFrameMkLst>
            <pc:docMk/>
            <pc:sldMk cId="727364859" sldId="412"/>
            <ac:graphicFrameMk id="8" creationId="{85F65928-1094-B532-D32C-E14FB51A6F2D}"/>
          </ac:graphicFrameMkLst>
        </pc:graphicFrameChg>
        <pc:picChg chg="mod">
          <ac:chgData name="Lars Erik Opdal" userId="af5eb553-1c4b-4d5e-9b8d-44d5e5247714" providerId="ADAL" clId="{C6CD09DF-5700-437A-8CD9-A8C28DC7A7FE}" dt="2026-03-13T08:56:27.219" v="236" actId="14100"/>
          <ac:picMkLst>
            <pc:docMk/>
            <pc:sldMk cId="727364859" sldId="412"/>
            <ac:picMk id="5" creationId="{668AE35D-2422-4CF9-9B83-CDCD1693EB97}"/>
          </ac:picMkLst>
        </pc:picChg>
      </pc:sldChg>
      <pc:sldChg chg="modSp mod">
        <pc:chgData name="Lars Erik Opdal" userId="af5eb553-1c4b-4d5e-9b8d-44d5e5247714" providerId="ADAL" clId="{C6CD09DF-5700-437A-8CD9-A8C28DC7A7FE}" dt="2026-03-13T06:51:41.042" v="196" actId="20577"/>
        <pc:sldMkLst>
          <pc:docMk/>
          <pc:sldMk cId="4164670316" sldId="608"/>
        </pc:sldMkLst>
        <pc:spChg chg="mod">
          <ac:chgData name="Lars Erik Opdal" userId="af5eb553-1c4b-4d5e-9b8d-44d5e5247714" providerId="ADAL" clId="{C6CD09DF-5700-437A-8CD9-A8C28DC7A7FE}" dt="2026-03-13T06:51:41.042" v="196" actId="20577"/>
          <ac:spMkLst>
            <pc:docMk/>
            <pc:sldMk cId="4164670316" sldId="608"/>
            <ac:spMk id="5" creationId="{00000000-0000-0000-0000-000000000000}"/>
          </ac:spMkLst>
        </pc:spChg>
        <pc:spChg chg="mod">
          <ac:chgData name="Lars Erik Opdal" userId="af5eb553-1c4b-4d5e-9b8d-44d5e5247714" providerId="ADAL" clId="{C6CD09DF-5700-437A-8CD9-A8C28DC7A7FE}" dt="2026-03-12T16:42:19.644" v="7" actId="20577"/>
          <ac:spMkLst>
            <pc:docMk/>
            <pc:sldMk cId="4164670316" sldId="608"/>
            <ac:spMk id="6" creationId="{00000000-0000-0000-0000-000000000000}"/>
          </ac:spMkLst>
        </pc:spChg>
      </pc:sldChg>
      <pc:sldChg chg="addSp modSp mod">
        <pc:chgData name="Lars Erik Opdal" userId="af5eb553-1c4b-4d5e-9b8d-44d5e5247714" providerId="ADAL" clId="{C6CD09DF-5700-437A-8CD9-A8C28DC7A7FE}" dt="2026-03-13T08:58:17.679" v="259" actId="20577"/>
        <pc:sldMkLst>
          <pc:docMk/>
          <pc:sldMk cId="1730515606" sldId="610"/>
        </pc:sldMkLst>
        <pc:spChg chg="add mod">
          <ac:chgData name="Lars Erik Opdal" userId="af5eb553-1c4b-4d5e-9b8d-44d5e5247714" providerId="ADAL" clId="{C6CD09DF-5700-437A-8CD9-A8C28DC7A7FE}" dt="2026-03-13T08:58:17.679" v="259" actId="20577"/>
          <ac:spMkLst>
            <pc:docMk/>
            <pc:sldMk cId="1730515606" sldId="610"/>
            <ac:spMk id="4" creationId="{6BE1EB28-7174-65C5-DE55-C8D2B65F4700}"/>
          </ac:spMkLst>
        </pc:spChg>
      </pc:sldChg>
      <pc:sldChg chg="modSp">
        <pc:chgData name="Lars Erik Opdal" userId="af5eb553-1c4b-4d5e-9b8d-44d5e5247714" providerId="ADAL" clId="{C6CD09DF-5700-437A-8CD9-A8C28DC7A7FE}" dt="2026-03-13T09:02:59.229" v="261" actId="12"/>
        <pc:sldMkLst>
          <pc:docMk/>
          <pc:sldMk cId="566994739" sldId="615"/>
        </pc:sldMkLst>
        <pc:spChg chg="mod">
          <ac:chgData name="Lars Erik Opdal" userId="af5eb553-1c4b-4d5e-9b8d-44d5e5247714" providerId="ADAL" clId="{C6CD09DF-5700-437A-8CD9-A8C28DC7A7FE}" dt="2026-03-13T09:02:59.229" v="261" actId="12"/>
          <ac:spMkLst>
            <pc:docMk/>
            <pc:sldMk cId="566994739" sldId="615"/>
            <ac:spMk id="6" creationId="{2D64C5D9-BAB5-4A02-829D-F09E719DA7D7}"/>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6.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2885CB01-6679-D646-ACB3-8B04B786C15F}" type="datetimeFigureOut">
              <a:rPr lang="en-US" smtClean="0"/>
              <a:t>3/12/2026</a:t>
            </a:fld>
            <a:endParaRPr lang="en-US" dirty="0"/>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82AC0F4D-8A6F-1C4A-B6BF-1558431E4F79}" type="slidenum">
              <a:rPr lang="en-US" smtClean="0"/>
              <a:t>‹#›</a:t>
            </a:fld>
            <a:endParaRPr lang="en-US" dirty="0"/>
          </a:p>
        </p:txBody>
      </p:sp>
    </p:spTree>
    <p:extLst>
      <p:ext uri="{BB962C8B-B14F-4D97-AF65-F5344CB8AC3E}">
        <p14:creationId xmlns:p14="http://schemas.microsoft.com/office/powerpoint/2010/main" val="355406301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Shape 3"/>
          <p:cNvSpPr txBox="1">
            <a:spLocks noGrp="1"/>
          </p:cNvSpPr>
          <p:nvPr>
            <p:ph type="hdr" idx="2"/>
          </p:nvPr>
        </p:nvSpPr>
        <p:spPr>
          <a:xfrm>
            <a:off x="0" y="0"/>
            <a:ext cx="2971799" cy="457200"/>
          </a:xfrm>
          <a:prstGeom prst="rect">
            <a:avLst/>
          </a:prstGeom>
          <a:noFill/>
          <a:ln>
            <a:noFill/>
          </a:ln>
        </p:spPr>
        <p:txBody>
          <a:bodyPr lIns="91425" tIns="91425" rIns="91425" bIns="91425" anchor="t" anchorCtr="0"/>
          <a:lstStyle>
            <a:lvl1pPr marL="0" marR="0" lvl="0" indent="0" algn="l" rtl="0">
              <a:spcBef>
                <a:spcPts val="0"/>
              </a:spcBef>
              <a:buNone/>
              <a:defRPr sz="12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4" name="Shape 4"/>
          <p:cNvSpPr txBox="1">
            <a:spLocks noGrp="1"/>
          </p:cNvSpPr>
          <p:nvPr>
            <p:ph type="dt" idx="10"/>
          </p:nvPr>
        </p:nvSpPr>
        <p:spPr>
          <a:xfrm>
            <a:off x="3884612" y="0"/>
            <a:ext cx="2971799" cy="457200"/>
          </a:xfrm>
          <a:prstGeom prst="rect">
            <a:avLst/>
          </a:prstGeom>
          <a:noFill/>
          <a:ln>
            <a:noFill/>
          </a:ln>
        </p:spPr>
        <p:txBody>
          <a:bodyPr lIns="91425" tIns="91425" rIns="91425" bIns="91425" anchor="t" anchorCtr="0"/>
          <a:lstStyle>
            <a:lvl1pPr marL="0" marR="0" lvl="0" indent="0" algn="r" rtl="0">
              <a:spcBef>
                <a:spcPts val="0"/>
              </a:spcBef>
              <a:buNone/>
              <a:defRPr sz="12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5" name="Shape 5"/>
          <p:cNvSpPr>
            <a:spLocks noGrp="1" noRot="1" noChangeAspect="1"/>
          </p:cNvSpPr>
          <p:nvPr>
            <p:ph type="sldImg" idx="3"/>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6" name="Shape 6"/>
          <p:cNvSpPr txBox="1">
            <a:spLocks noGrp="1"/>
          </p:cNvSpPr>
          <p:nvPr>
            <p:ph type="body" idx="1"/>
          </p:nvPr>
        </p:nvSpPr>
        <p:spPr>
          <a:xfrm>
            <a:off x="685800" y="4343400"/>
            <a:ext cx="5486399" cy="4114800"/>
          </a:xfrm>
          <a:prstGeom prst="rect">
            <a:avLst/>
          </a:prstGeom>
          <a:noFill/>
          <a:ln>
            <a:noFill/>
          </a:ln>
        </p:spPr>
        <p:txBody>
          <a:bodyPr lIns="91425" tIns="91425" rIns="91425" bIns="91425" anchor="t" anchorCtr="0"/>
          <a:lstStyle>
            <a:lvl1pPr marL="0" marR="0" lvl="0" indent="0" algn="l" rtl="0">
              <a:spcBef>
                <a:spcPts val="0"/>
              </a:spcBef>
              <a:buNone/>
              <a:defRPr sz="1200" b="0" i="0" u="none" strike="noStrike" cap="none">
                <a:solidFill>
                  <a:schemeClr val="dk1"/>
                </a:solidFill>
                <a:latin typeface="Arial"/>
                <a:ea typeface="Arial"/>
                <a:cs typeface="Arial"/>
                <a:sym typeface="Arial"/>
              </a:defRPr>
            </a:lvl1pPr>
            <a:lvl2pPr marL="457200" marR="0" lvl="1" indent="0" algn="l" rtl="0">
              <a:spcBef>
                <a:spcPts val="0"/>
              </a:spcBef>
              <a:buNone/>
              <a:defRPr sz="1200" b="0" i="0" u="none" strike="noStrike" cap="none">
                <a:solidFill>
                  <a:schemeClr val="dk1"/>
                </a:solidFill>
                <a:latin typeface="Arial"/>
                <a:ea typeface="Arial"/>
                <a:cs typeface="Arial"/>
                <a:sym typeface="Arial"/>
              </a:defRPr>
            </a:lvl2pPr>
            <a:lvl3pPr marL="914400" marR="0" lvl="2" indent="0" algn="l" rtl="0">
              <a:spcBef>
                <a:spcPts val="0"/>
              </a:spcBef>
              <a:buNone/>
              <a:defRPr sz="1200" b="0" i="0" u="none" strike="noStrike" cap="none">
                <a:solidFill>
                  <a:schemeClr val="dk1"/>
                </a:solidFill>
                <a:latin typeface="Arial"/>
                <a:ea typeface="Arial"/>
                <a:cs typeface="Arial"/>
                <a:sym typeface="Arial"/>
              </a:defRPr>
            </a:lvl3pPr>
            <a:lvl4pPr marL="1371600" marR="0" lvl="3" indent="0" algn="l" rtl="0">
              <a:spcBef>
                <a:spcPts val="0"/>
              </a:spcBef>
              <a:buNone/>
              <a:defRPr sz="1200" b="0" i="0" u="none" strike="noStrike" cap="none">
                <a:solidFill>
                  <a:schemeClr val="dk1"/>
                </a:solidFill>
                <a:latin typeface="Arial"/>
                <a:ea typeface="Arial"/>
                <a:cs typeface="Arial"/>
                <a:sym typeface="Arial"/>
              </a:defRPr>
            </a:lvl4pPr>
            <a:lvl5pPr marL="1828800" marR="0" lvl="4" indent="0" algn="l" rtl="0">
              <a:spcBef>
                <a:spcPts val="0"/>
              </a:spcBef>
              <a:buNone/>
              <a:defRPr sz="1200" b="0" i="0" u="none" strike="noStrike" cap="none">
                <a:solidFill>
                  <a:schemeClr val="dk1"/>
                </a:solidFill>
                <a:latin typeface="Arial"/>
                <a:ea typeface="Arial"/>
                <a:cs typeface="Arial"/>
                <a:sym typeface="Arial"/>
              </a:defRPr>
            </a:lvl5pPr>
            <a:lvl6pPr marL="2286000" marR="0" lvl="5" indent="0" algn="l" rtl="0">
              <a:spcBef>
                <a:spcPts val="0"/>
              </a:spcBef>
              <a:buNone/>
              <a:defRPr sz="1200" b="0" i="0" u="none" strike="noStrike" cap="none">
                <a:solidFill>
                  <a:schemeClr val="dk1"/>
                </a:solidFill>
                <a:latin typeface="Arial"/>
                <a:ea typeface="Arial"/>
                <a:cs typeface="Arial"/>
                <a:sym typeface="Arial"/>
              </a:defRPr>
            </a:lvl6pPr>
            <a:lvl7pPr marL="2743200" marR="0" lvl="6" indent="0" algn="l" rtl="0">
              <a:spcBef>
                <a:spcPts val="0"/>
              </a:spcBef>
              <a:buNone/>
              <a:defRPr sz="1200" b="0" i="0" u="none" strike="noStrike" cap="none">
                <a:solidFill>
                  <a:schemeClr val="dk1"/>
                </a:solidFill>
                <a:latin typeface="Arial"/>
                <a:ea typeface="Arial"/>
                <a:cs typeface="Arial"/>
                <a:sym typeface="Arial"/>
              </a:defRPr>
            </a:lvl7pPr>
            <a:lvl8pPr marL="3200400" marR="0" lvl="7" indent="0" algn="l" rtl="0">
              <a:spcBef>
                <a:spcPts val="0"/>
              </a:spcBef>
              <a:buNone/>
              <a:defRPr sz="1200" b="0" i="0" u="none" strike="noStrike" cap="none">
                <a:solidFill>
                  <a:schemeClr val="dk1"/>
                </a:solidFill>
                <a:latin typeface="Arial"/>
                <a:ea typeface="Arial"/>
                <a:cs typeface="Arial"/>
                <a:sym typeface="Arial"/>
              </a:defRPr>
            </a:lvl8pPr>
            <a:lvl9pPr marL="3657600" marR="0" lvl="8" indent="0" algn="l" rtl="0">
              <a:spcBef>
                <a:spcPts val="0"/>
              </a:spcBef>
              <a:buNone/>
              <a:defRPr sz="1200" b="0" i="0" u="none" strike="noStrike" cap="none">
                <a:solidFill>
                  <a:schemeClr val="dk1"/>
                </a:solidFill>
                <a:latin typeface="Arial"/>
                <a:ea typeface="Arial"/>
                <a:cs typeface="Arial"/>
                <a:sym typeface="Arial"/>
              </a:defRPr>
            </a:lvl9pPr>
          </a:lstStyle>
          <a:p>
            <a:endParaRPr/>
          </a:p>
        </p:txBody>
      </p:sp>
      <p:sp>
        <p:nvSpPr>
          <p:cNvPr id="7" name="Shape 7"/>
          <p:cNvSpPr txBox="1">
            <a:spLocks noGrp="1"/>
          </p:cNvSpPr>
          <p:nvPr>
            <p:ph type="ftr" idx="11"/>
          </p:nvPr>
        </p:nvSpPr>
        <p:spPr>
          <a:xfrm>
            <a:off x="0" y="8685213"/>
            <a:ext cx="2971799" cy="457200"/>
          </a:xfrm>
          <a:prstGeom prst="rect">
            <a:avLst/>
          </a:prstGeom>
          <a:noFill/>
          <a:ln>
            <a:noFill/>
          </a:ln>
        </p:spPr>
        <p:txBody>
          <a:bodyPr lIns="91425" tIns="91425" rIns="91425" bIns="91425" anchor="b" anchorCtr="0"/>
          <a:lstStyle>
            <a:lvl1pPr marL="0" marR="0" lvl="0" indent="0" algn="l" rtl="0">
              <a:spcBef>
                <a:spcPts val="0"/>
              </a:spcBef>
              <a:buNone/>
              <a:defRPr sz="12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8" name="Shape 8"/>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2457102709"/>
      </p:ext>
    </p:extLst>
  </p:cSld>
  <p:clrMap bg1="lt1" tx1="dk1" bg2="dk2" tx2="lt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3" Type="http://schemas.openxmlformats.org/officeDocument/2006/relationships/hyperlink" Target="https://liveexample.pearsoncmg.com/html/TestFileStream.html" TargetMode="External"/><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3" Type="http://schemas.openxmlformats.org/officeDocument/2006/relationships/hyperlink" Target="https://liveexample.pearsoncmg.com/html/Copy.html" TargetMode="External"/><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3" Type="http://schemas.openxmlformats.org/officeDocument/2006/relationships/hyperlink" Target="https://liveexample.pearsoncmg.com/html/Copy.html" TargetMode="External"/><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3" Type="http://schemas.openxmlformats.org/officeDocument/2006/relationships/hyperlink" Target="https://liveexample.pearsoncmg.com/html/TestObjectStreamForArray.html" TargetMode="External"/><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u="none" strike="noStrike" kern="1200" cap="none" dirty="0">
                <a:solidFill>
                  <a:schemeClr val="dk1"/>
                </a:solidFill>
                <a:latin typeface="Arial"/>
                <a:ea typeface="Arial"/>
                <a:cs typeface="Arial"/>
                <a:sym typeface="Arial"/>
              </a:rPr>
              <a:t>If this PowerPoint presentation contains mathematical equations, you may need to check that your computer has the following installed:</a:t>
            </a:r>
          </a:p>
          <a:p>
            <a:r>
              <a:rPr lang="en-US" sz="1200" b="0" i="0" u="none" strike="noStrike" kern="1200" cap="none" dirty="0">
                <a:solidFill>
                  <a:schemeClr val="dk1"/>
                </a:solidFill>
                <a:latin typeface="Arial"/>
                <a:ea typeface="Arial"/>
                <a:cs typeface="Arial"/>
                <a:sym typeface="Arial"/>
              </a:rPr>
              <a:t>1) MathType Plugin</a:t>
            </a:r>
          </a:p>
          <a:p>
            <a:r>
              <a:rPr lang="en-US" sz="1200" b="0" i="0" u="none" strike="noStrike" kern="1200" cap="none" dirty="0">
                <a:solidFill>
                  <a:schemeClr val="dk1"/>
                </a:solidFill>
                <a:latin typeface="Arial"/>
                <a:ea typeface="Arial"/>
                <a:cs typeface="Arial"/>
                <a:sym typeface="Arial"/>
              </a:rPr>
              <a:t>2) Math Player (free versions available)</a:t>
            </a:r>
          </a:p>
          <a:p>
            <a:r>
              <a:rPr lang="en-US" sz="1200" b="0" i="0" u="none" strike="noStrike" kern="1200" cap="none" dirty="0">
                <a:solidFill>
                  <a:schemeClr val="dk1"/>
                </a:solidFill>
                <a:latin typeface="Arial"/>
                <a:ea typeface="Arial"/>
                <a:cs typeface="Arial"/>
                <a:sym typeface="Arial"/>
              </a:rPr>
              <a:t>3) NVDA Reader (free versions available)</a:t>
            </a:r>
          </a:p>
          <a:p>
            <a:endParaRPr lang="en-US" sz="1200" b="0" i="0" u="none" strike="noStrike" kern="1200" cap="none" dirty="0">
              <a:solidFill>
                <a:schemeClr val="dk1"/>
              </a:solidFill>
              <a:latin typeface="Arial"/>
              <a:cs typeface="Arial"/>
              <a:sym typeface="Arial"/>
            </a:endParaRPr>
          </a:p>
          <a:p>
            <a:r>
              <a:rPr lang="en-US" dirty="0"/>
              <a:t>Slides in this presentation contain hyperlinks. JAWS users should be able to get a list of links by using INSERT+F7</a:t>
            </a:r>
          </a:p>
        </p:txBody>
      </p:sp>
      <p:sp>
        <p:nvSpPr>
          <p:cNvPr id="4" name="Slide Number Placeholder 3"/>
          <p:cNvSpPr>
            <a:spLocks noGrp="1"/>
          </p:cNvSpPr>
          <p:nvPr>
            <p:ph type="sldNum" idx="10"/>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4</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26060269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It has 5 lines. Line 1, Scanner input equal to new Scanner open parenthesis new File open parenthesis double quote temp period txt double quote close parenthesis close parenthesis semicolon. Line 2, System period out period print ln open parenthesis input period next Line open parenthesis close parenthesis close parenthesis semicolon. Line 3, Print Writer output equal to new Print Writer open parenthesis double quote temp period txt double quote close parenthesis semicolon. Line 4, output period print ln open parenthesis double quote Java 101 double quote close parenthesis semicolon. Line 5, output period close open parenthesis close parenthesis semicolon. An object shows the Java I or O classes. It has one box and four cylindrical shapes and they are interrelated with each other. Box 1, has divided into 3 parts. Part 1, shows the Program. Part 2, shows the Input object created from an input class. Part 3, Output object created from an output class. Now, first cylindrical shape shows the 01011 blank 1001 which indicates the Input Stream. Second, cylindrical shape shows the 11001 blank 1011 which indicates the Output Stream. Third and fourth, cylindrical shapes shows the File. </a:t>
            </a:r>
            <a:endParaRPr lang="en-IN" dirty="0"/>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7</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55897463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It has 5 lines. Line 1, Scanner input equal to new Scanner open parenthesis new File open parenthesis double quote temp period txt double quote close parenthesis close parenthesis semicolon. Line 2, System period out period print ln open parenthesis input period next Line open parenthesis close parenthesis close parenthesis semicolon. Line 3, Print Writer output equal to new Print Writer open parenthesis double quote temp period txt double quote close parenthesis semicolon. Line 4, output period print ln open parenthesis double quote Java 101 double quote close parenthesis semicolon. Line 5, output period close open parenthesis close parenthesis semicolon. An object shows the Java I or O classes. It has one box and four cylindrical shapes and they are interrelated with each other. Box 1, has divided into 3 parts. Part 1, shows the Program. Part 2, shows the Input object created from an input class. Part 3, Output object created from an output class. Now, first cylindrical shape shows the 01011 blank 1001 which indicates the Input Stream. Second, cylindrical shape shows the 11001 blank 1011 which indicates the Output Stream. Third and fourth, cylindrical shapes shows the File. </a:t>
            </a:r>
            <a:endParaRPr lang="en-IN" dirty="0"/>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8</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42541971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It has 2 boxes and 2 cylindrical shapes but it's divided into two parts that is (a) and (b). Part (a), has 1 box and 1 cylindrical shape but they are interrelated with each other. Box 1, Text I or O program, The Unicode of the character and e.g. comma double quote 199 double quote. In the mid, shows the Encoding or Decoding and represents the Box 1 and first cylindrical shape. First cylindrical shape, The encoding of the character is stored in the file 00110001, which indicates the 0 times 31, 00111001 which indicates the 0×39, 00111001 which indicates the 0×39. Part (b), also has 1 box and 1 cylindrical shape but they are interrelated with each other. Box 1, Binary I or O program, A byte is read or written, e.g. comma 199. Second cylindrical shape, The same byte in the file, 11000111, which indicates the 0×C7. </a:t>
            </a:r>
            <a:endParaRPr lang="en-IN" dirty="0"/>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10</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103155245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It has 2 boxes and 2 cylindrical shapes but it's divided into two parts that is (a) and (b). Part (a), has 1 box and 1 cylindrical shape but they are interrelated with each other. Box 1, Text I or O program, The Unicode of the character and e.g. comma double quote 199 double quote. In the mid, shows the Encoding or Decoding and represents the Box 1 and first cylindrical shape. First cylindrical shape, The encoding of the character is stored in the file 00110001, which indicates the 0 times 31, 00111001 which indicates the 0×39, 00111001 which indicates the 0×39. Part (b), also has 1 box and 1 cylindrical shape but they are interrelated with each other. Box 1, Binary I or O program, A byte is read or written, e.g. comma 199. Second cylindrical shape, The same byte in the file, 11000111, which indicates the 0×C7. </a:t>
            </a:r>
            <a:endParaRPr lang="en-IN" dirty="0"/>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11</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395114884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It has different types of boxes. Box 1, shows the Object but it's divided into two parts. Part 1, shows the Input Stream and it's also divided into three parts that is Filter Input Stream, Filter Input Stream, Object Input Stream but File Input Stream is divided into 2 parts that is Data Input Stream and Buffered Input Stream. Part 2, shows the Output Stream and it's also divided into 3 parts that is File Output Stream, Filter Output Stream, Object Output Stream but Filter Output Stream is divided into 2 parts that is Data Output Stream and Buffered Output Stream. </a:t>
            </a:r>
            <a:endParaRPr lang="en-IN" dirty="0"/>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12</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108126845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dirty="0"/>
              <a:t>The computer code contains 10 lines. Line 1, java period io period </a:t>
            </a:r>
            <a:r>
              <a:rPr lang="en-IN" dirty="0" err="1"/>
              <a:t>InputStream</a:t>
            </a:r>
            <a:r>
              <a:rPr lang="en-IN" dirty="0"/>
              <a:t> Line 2, plus read open parenthesis close parenthesis colon int Line 3, plus read open parenthesis b colon byte open bracket close bracket close parenthesis colon int Line 4, plus read open parenthesis b colon byte open bracket  close bracket comma off colon int comma </a:t>
            </a:r>
            <a:r>
              <a:rPr lang="en-IN" dirty="0" err="1"/>
              <a:t>len</a:t>
            </a:r>
            <a:r>
              <a:rPr lang="en-IN" dirty="0"/>
              <a:t> colon int close parenthesis colon int Line 5, plus available open parenthesis close parenthesis colon int Line 6, plus close open parenthesis close parenthesis colon void Line 7, plus skip open parenthesis n colon long close parenthesis colon long Line 8, plus </a:t>
            </a:r>
            <a:r>
              <a:rPr lang="en-IN" dirty="0" err="1"/>
              <a:t>markSupported</a:t>
            </a:r>
            <a:r>
              <a:rPr lang="en-IN" dirty="0"/>
              <a:t> open parenthesis close parenthesis colon Boolean Line 9, plus mark open parenthesis </a:t>
            </a:r>
            <a:r>
              <a:rPr lang="en-IN" dirty="0" err="1"/>
              <a:t>readlimit</a:t>
            </a:r>
            <a:r>
              <a:rPr lang="en-IN" dirty="0"/>
              <a:t> colon int close parenthesis colon void  Line 10, plus reset open parenthesis close parenthesis colon void.</a:t>
            </a:r>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13</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348671546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dirty="0"/>
              <a:t>The computer code contains 6 lines. Line 1, java period io period </a:t>
            </a:r>
            <a:r>
              <a:rPr lang="en-IN" dirty="0" err="1"/>
              <a:t>OutputStream</a:t>
            </a:r>
            <a:r>
              <a:rPr lang="en-IN" dirty="0"/>
              <a:t> Line 2, plus write open parenthesis int b close parenthesis colon void Line 3, plus write open parenthesis b colon byte open bracket close bracket close parenthesis colon void Line 4, plus write open parenthesis b colon byte open bracket close bracket comma off colon int comma </a:t>
            </a:r>
            <a:r>
              <a:rPr lang="en-IN" dirty="0" err="1"/>
              <a:t>len</a:t>
            </a:r>
            <a:r>
              <a:rPr lang="en-IN" dirty="0"/>
              <a:t> colon int close parenthesis colon void Line 5, plus close open parenthesis close parenthesis colon void Line 6, plus flush open parenthesis close parenthesis colon void.</a:t>
            </a:r>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14</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350474920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It has different types of boxes. Box 1, shows the Object but it's divided into two parts. Part 1, shows the Input Stream and it's also divided into three parts that is File Input Stream is </a:t>
            </a:r>
            <a:r>
              <a:rPr lang="en-US" dirty="0" err="1"/>
              <a:t>coloured</a:t>
            </a:r>
            <a:r>
              <a:rPr lang="en-US" dirty="0"/>
              <a:t> by green </a:t>
            </a:r>
            <a:r>
              <a:rPr lang="en-US" dirty="0" err="1"/>
              <a:t>colour</a:t>
            </a:r>
            <a:r>
              <a:rPr lang="en-US" dirty="0"/>
              <a:t>, Filter Input Stream, Object Input Stream but Filter Input Stream is divided into 2 parts that is Data Input Stream and Buffered Input Stream. Part 2, shows the Output Stream and it's also divided into 3 parts that is File Output Stream is </a:t>
            </a:r>
            <a:r>
              <a:rPr lang="en-US" dirty="0" err="1"/>
              <a:t>coloured</a:t>
            </a:r>
            <a:r>
              <a:rPr lang="en-US" dirty="0"/>
              <a:t> by green </a:t>
            </a:r>
            <a:r>
              <a:rPr lang="en-US" dirty="0" err="1"/>
              <a:t>colour</a:t>
            </a:r>
            <a:r>
              <a:rPr lang="en-US" dirty="0"/>
              <a:t>, Filter Output Stream, Object Output Stream but Filter Output Stream is divided into 3 parts that is Buffered Output Stream, Data Output Stream and Print Stream.</a:t>
            </a:r>
            <a:endParaRPr lang="en-IN" dirty="0"/>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15</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75521230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dirty="0" err="1"/>
              <a:t>TestFileStream</a:t>
            </a:r>
            <a:r>
              <a:rPr lang="en-IN" dirty="0"/>
              <a:t>: </a:t>
            </a:r>
            <a:r>
              <a:rPr lang="en-IN" dirty="0">
                <a:hlinkClick r:id="rId3"/>
              </a:rPr>
              <a:t>https://liveexample.pearsoncmg.com/html/TestFileStream.html</a:t>
            </a:r>
            <a:endParaRPr lang="en-IN" dirty="0"/>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17</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208155592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It has 6 boxes but they are interrelated with each other and 2 lines. Box 1, shows the Data Input Stream. Box 2, shows the File Input Stream. Box 3, External File. Line 1, shows the int comma double comma String comma blank space 01000110011 blank. Box 4, shows the Data Output Stream. Box 5, shows the File Output Stream. Box 6, shows the External File. Line 2, shows the int comma double comma String comma blank space 01000110011 blank. </a:t>
            </a:r>
            <a:endParaRPr lang="en-IN" dirty="0"/>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20</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60297196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It has different types of boxes. Box 1, shows the Object but it's divided into two parts. Part 1, shows the Input Stream and it's also divided into three parts that is File Input Stream, Filter Input Stream, Object Input Stream but Filter Input Stream is divided into 2 parts that is Data Input Stream, and Buffered Input Stream is </a:t>
            </a:r>
            <a:r>
              <a:rPr lang="en-US" dirty="0" err="1"/>
              <a:t>coloured</a:t>
            </a:r>
            <a:r>
              <a:rPr lang="en-US" dirty="0"/>
              <a:t> by green </a:t>
            </a:r>
            <a:r>
              <a:rPr lang="en-US" dirty="0" err="1"/>
              <a:t>colour</a:t>
            </a:r>
            <a:r>
              <a:rPr lang="en-US" dirty="0"/>
              <a:t>. Part 2, shows the Output Stream and it's also divided into 3 parts that is File Output Stream, Filter Output Stream, Object Output Stream but Filter Output Stream is divided into 3 parts that is Buffered Output Stream is </a:t>
            </a:r>
            <a:r>
              <a:rPr lang="en-US" dirty="0" err="1"/>
              <a:t>coloured</a:t>
            </a:r>
            <a:r>
              <a:rPr lang="en-US" dirty="0"/>
              <a:t> by green </a:t>
            </a:r>
            <a:r>
              <a:rPr lang="en-US" dirty="0" err="1"/>
              <a:t>colour</a:t>
            </a:r>
            <a:r>
              <a:rPr lang="en-US" dirty="0"/>
              <a:t> and Print Stream.</a:t>
            </a:r>
            <a:endParaRPr lang="en-IN" dirty="0"/>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22</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148487577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It has 2 cylindrical shapes, 4 boxes, and they are divided into 2 parts: (a) and (b). Part (a), has 1 cylindrical shape,2 boxes and they are interrelated with each other. First cylindrical shape, shows the A block of data. Box 1, Buffered Input Stream and Buffer. Box 2, Program, Read individual data. Part (b) has 1 cylindrical shape,2 boxes and they are interrelated with each other. First cylindrical shape, shows the A block of data. Box 1, Buffered Output Stream and Buffer. Box 2, Program, Write individual data. </a:t>
            </a:r>
            <a:endParaRPr lang="en-IN" dirty="0"/>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23</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74340212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dirty="0"/>
              <a:t>The panel shows the 9 lines. Line 1, C colon forward slash book greater than java Copy Welcome period java Temp period java. Line 2, Target file Temp period java already exists. Line 3, C colon forward slash book greater than del Temp period java. Line 4, C colon forward slash book greater than java Copy Welcome period java Temp period java. Line 5, The file Welcome period java has 119 bytes. Line 6, Copy done exclamation mark. Line 7, C colon forward slash book greater than java Copy TTT Temp period java. Line 8, Source file TTT not exist. Line 9, C colon forward slash book greater than slash. </a:t>
            </a:r>
          </a:p>
          <a:p>
            <a:endParaRPr lang="en-IN" dirty="0"/>
          </a:p>
          <a:p>
            <a:r>
              <a:rPr lang="en-IN" dirty="0"/>
              <a:t>Copy: </a:t>
            </a:r>
            <a:r>
              <a:rPr lang="en-IN" dirty="0">
                <a:hlinkClick r:id="rId3"/>
              </a:rPr>
              <a:t>https://liveexample.pearsoncmg.com/html/Copy.html</a:t>
            </a:r>
            <a:endParaRPr lang="en-IN" dirty="0"/>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24</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96841071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dirty="0"/>
              <a:t>The panel shows the 9 lines. Line 1, C colon forward slash book greater than java Copy Welcome period java Temp period java. Line 2, Target file Temp period java already exists. Line 3, C colon forward slash book greater than del Temp period java. Line 4, C colon forward slash book greater than java Copy Welcome period java Temp period java. Line 5, The file Welcome period java has 119 bytes. Line 6, Copy done exclamation mark. Line 7, C colon forward slash book greater than java Copy TTT Temp period java. Line 8, Source file TTT not exist. Line 9, C colon forward slash book greater than slash. </a:t>
            </a:r>
          </a:p>
          <a:p>
            <a:endParaRPr lang="en-IN" dirty="0"/>
          </a:p>
          <a:p>
            <a:r>
              <a:rPr lang="en-IN" dirty="0"/>
              <a:t>Copy: </a:t>
            </a:r>
            <a:r>
              <a:rPr lang="en-IN" dirty="0">
                <a:hlinkClick r:id="rId3"/>
              </a:rPr>
              <a:t>https://liveexample.pearsoncmg.com/html/Copy.html</a:t>
            </a:r>
            <a:endParaRPr lang="en-IN" dirty="0"/>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25</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186233073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dirty="0" err="1"/>
              <a:t>TestObjectStreamForArray</a:t>
            </a:r>
            <a:r>
              <a:rPr lang="en-IN" dirty="0"/>
              <a:t>: </a:t>
            </a:r>
            <a:r>
              <a:rPr lang="en-IN" dirty="0">
                <a:hlinkClick r:id="rId3"/>
              </a:rPr>
              <a:t>https://liveexample.pearsoncmg.com/html/TestObjectStreamForArray.html</a:t>
            </a:r>
            <a:endParaRPr lang="en-IN" dirty="0"/>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28</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354207637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0"/>
        <p:cNvGrpSpPr/>
        <p:nvPr/>
      </p:nvGrpSpPr>
      <p:grpSpPr>
        <a:xfrm>
          <a:off x="0" y="0"/>
          <a:ext cx="0" cy="0"/>
          <a:chOff x="0" y="0"/>
          <a:chExt cx="0" cy="0"/>
        </a:xfrm>
      </p:grpSpPr>
      <p:sp>
        <p:nvSpPr>
          <p:cNvPr id="381" name="Shape 381"/>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382" name="Shape 382"/>
          <p:cNvSpPr txBox="1">
            <a:spLocks noGrp="1"/>
          </p:cNvSpPr>
          <p:nvPr>
            <p:ph type="body" idx="1"/>
          </p:nvPr>
        </p:nvSpPr>
        <p:spPr>
          <a:xfrm>
            <a:off x="685800" y="4343400"/>
            <a:ext cx="5486400" cy="4114800"/>
          </a:xfrm>
          <a:prstGeom prst="rect">
            <a:avLst/>
          </a:prstGeom>
        </p:spPr>
        <p:txBody>
          <a:bodyPr lIns="91425" tIns="91425" rIns="91425" bIns="91425" anchor="t" anchorCtr="0">
            <a:noAutofit/>
          </a:bodyPr>
          <a:lstStyle/>
          <a:p>
            <a:pPr lvl="0">
              <a:spcBef>
                <a:spcPts val="0"/>
              </a:spcBef>
              <a:buNone/>
            </a:pPr>
            <a:endParaRPr dirty="0"/>
          </a:p>
        </p:txBody>
      </p:sp>
      <p:sp>
        <p:nvSpPr>
          <p:cNvPr id="383" name="Shape 383"/>
          <p:cNvSpPr txBox="1">
            <a:spLocks noGrp="1"/>
          </p:cNvSpPr>
          <p:nvPr>
            <p:ph type="sldNum" idx="12"/>
          </p:nvPr>
        </p:nvSpPr>
        <p:spPr>
          <a:xfrm>
            <a:off x="3884612" y="8685213"/>
            <a:ext cx="2971800" cy="457200"/>
          </a:xfrm>
          <a:prstGeom prst="rect">
            <a:avLst/>
          </a:prstGeom>
        </p:spPr>
        <p:txBody>
          <a:bodyPr lIns="91425" tIns="45700" rIns="91425" bIns="45700" anchor="b" anchorCtr="0">
            <a:noAutofit/>
          </a:bodyPr>
          <a:lstStyle/>
          <a:p>
            <a:pPr lvl="0">
              <a:spcBef>
                <a:spcPts val="0"/>
              </a:spcBef>
              <a:buClr>
                <a:srgbClr val="000000"/>
              </a:buClr>
              <a:buSzPct val="25000"/>
              <a:buFont typeface="Arial"/>
              <a:buNone/>
            </a:pPr>
            <a:fld id="{00000000-1234-1234-1234-123412341234}" type="slidenum">
              <a:rPr lang="en-US"/>
              <a:t>29</a:t>
            </a:fld>
            <a:endParaRPr lang="en-US" dirty="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4.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Chapter Opener-add copyright">
    <p:spTree>
      <p:nvGrpSpPr>
        <p:cNvPr id="1" name="Shape 37"/>
        <p:cNvGrpSpPr/>
        <p:nvPr/>
      </p:nvGrpSpPr>
      <p:grpSpPr>
        <a:xfrm>
          <a:off x="0" y="0"/>
          <a:ext cx="0" cy="0"/>
          <a:chOff x="0" y="0"/>
          <a:chExt cx="0" cy="0"/>
        </a:xfrm>
      </p:grpSpPr>
      <p:sp>
        <p:nvSpPr>
          <p:cNvPr id="38" name="Title Placeholder"/>
          <p:cNvSpPr txBox="1">
            <a:spLocks noGrp="1"/>
          </p:cNvSpPr>
          <p:nvPr>
            <p:ph type="title"/>
          </p:nvPr>
        </p:nvSpPr>
        <p:spPr>
          <a:xfrm>
            <a:off x="457200" y="215371"/>
            <a:ext cx="8229600" cy="622828"/>
          </a:xfrm>
          <a:prstGeom prst="rect">
            <a:avLst/>
          </a:prstGeom>
          <a:noFill/>
          <a:ln>
            <a:noFill/>
          </a:ln>
        </p:spPr>
        <p:txBody>
          <a:bodyPr lIns="91425" tIns="91425" rIns="91425" bIns="91425" anchor="ctr"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39" name="Content Placeholder"/>
          <p:cNvSpPr txBox="1">
            <a:spLocks noGrp="1"/>
          </p:cNvSpPr>
          <p:nvPr>
            <p:ph type="body" idx="1"/>
          </p:nvPr>
        </p:nvSpPr>
        <p:spPr>
          <a:xfrm>
            <a:off x="457200" y="958098"/>
            <a:ext cx="8229600" cy="478970"/>
          </a:xfrm>
          <a:prstGeom prst="rect">
            <a:avLst/>
          </a:prstGeom>
          <a:noFill/>
          <a:ln>
            <a:noFill/>
          </a:ln>
        </p:spPr>
        <p:txBody>
          <a:bodyPr lIns="91425" tIns="91425" rIns="91425" bIns="91425" anchor="ctr" anchorCtr="0"/>
          <a:lstStyle>
            <a:lvl1pPr marL="0" marR="0" lvl="0" indent="0" algn="l" rtl="0">
              <a:spcBef>
                <a:spcPts val="0"/>
              </a:spcBef>
              <a:buClr>
                <a:srgbClr val="007FA3"/>
              </a:buClr>
              <a:buFont typeface="Arial"/>
              <a:buNone/>
              <a:defRPr sz="2000" b="0" i="0" u="none" strike="noStrike" cap="none">
                <a:solidFill>
                  <a:srgbClr val="007FA3"/>
                </a:solidFill>
                <a:latin typeface="+mn-lt"/>
                <a:ea typeface="Arial"/>
                <a:cs typeface="Arial"/>
                <a:sym typeface="Arial"/>
              </a:defRPr>
            </a:lvl1pPr>
            <a:lvl2pPr marL="0" marR="0" lvl="1"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2pPr>
            <a:lvl3pPr marL="0" marR="0" lvl="2" indent="0" algn="l" rtl="0">
              <a:spcBef>
                <a:spcPts val="0"/>
              </a:spcBef>
              <a:buClr>
                <a:srgbClr val="007FA3"/>
              </a:buClr>
              <a:buFont typeface="Noto Sans Symbols"/>
              <a:buNone/>
              <a:defRPr sz="2400" b="0" i="0" u="none" strike="noStrike" cap="none">
                <a:solidFill>
                  <a:schemeClr val="lt1"/>
                </a:solidFill>
                <a:latin typeface="Arial"/>
                <a:ea typeface="Arial"/>
                <a:cs typeface="Arial"/>
                <a:sym typeface="Arial"/>
              </a:defRPr>
            </a:lvl3pPr>
            <a:lvl4pPr marL="0" marR="0" lvl="3"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4pPr>
            <a:lvl5pPr marL="0" marR="0" lvl="4"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5pPr>
            <a:lvl6pPr marL="0" marR="0" lvl="5"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6pPr>
            <a:lvl7pPr marL="0" marR="0" lvl="6"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7pPr>
            <a:lvl8pPr marL="0" marR="0" lvl="7"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8pPr>
            <a:lvl9pPr marL="0" marR="0" lvl="8"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9pPr>
          </a:lstStyle>
          <a:p>
            <a:endParaRPr dirty="0"/>
          </a:p>
        </p:txBody>
      </p:sp>
      <p:sp>
        <p:nvSpPr>
          <p:cNvPr id="4" name="Content Placeholder 3">
            <a:extLst>
              <a:ext uri="{FF2B5EF4-FFF2-40B4-BE49-F238E27FC236}">
                <a16:creationId xmlns:a16="http://schemas.microsoft.com/office/drawing/2014/main" id="{6EE677B9-EC76-47FA-B8D6-49D033518C61}"/>
              </a:ext>
            </a:extLst>
          </p:cNvPr>
          <p:cNvSpPr>
            <a:spLocks noGrp="1"/>
          </p:cNvSpPr>
          <p:nvPr>
            <p:ph sz="quarter" idx="13" hasCustomPrompt="1"/>
          </p:nvPr>
        </p:nvSpPr>
        <p:spPr>
          <a:xfrm>
            <a:off x="457200" y="1600200"/>
            <a:ext cx="4397375" cy="4525963"/>
          </a:xfrm>
        </p:spPr>
        <p:txBody>
          <a:bodyPr/>
          <a:lstStyle>
            <a:lvl1pPr marL="101600" indent="0">
              <a:buNone/>
              <a:defRPr/>
            </a:lvl1pPr>
          </a:lstStyle>
          <a:p>
            <a:pPr lvl="0"/>
            <a:r>
              <a:rPr lang="en-US" dirty="0"/>
              <a:t>Image of front cover</a:t>
            </a:r>
          </a:p>
        </p:txBody>
      </p:sp>
      <p:sp>
        <p:nvSpPr>
          <p:cNvPr id="6" name="Content Placeholder 5">
            <a:extLst>
              <a:ext uri="{FF2B5EF4-FFF2-40B4-BE49-F238E27FC236}">
                <a16:creationId xmlns:a16="http://schemas.microsoft.com/office/drawing/2014/main" id="{F4ED3915-2147-4382-A599-2376CC8854D1}"/>
              </a:ext>
            </a:extLst>
          </p:cNvPr>
          <p:cNvSpPr>
            <a:spLocks noGrp="1"/>
          </p:cNvSpPr>
          <p:nvPr>
            <p:ph sz="quarter" idx="14" hasCustomPrompt="1"/>
          </p:nvPr>
        </p:nvSpPr>
        <p:spPr>
          <a:xfrm>
            <a:off x="5029200" y="1600200"/>
            <a:ext cx="3657600" cy="1492250"/>
          </a:xfrm>
        </p:spPr>
        <p:txBody>
          <a:bodyPr anchor="b"/>
          <a:lstStyle>
            <a:lvl1pPr marL="101600" indent="0" algn="ctr">
              <a:buNone/>
              <a:defRPr sz="3000" b="1">
                <a:latin typeface="+mn-lt"/>
              </a:defRPr>
            </a:lvl1pPr>
            <a:lvl2pPr marL="558800" indent="0">
              <a:buNone/>
              <a:defRPr/>
            </a:lvl2pPr>
          </a:lstStyle>
          <a:p>
            <a:pPr lvl="0"/>
            <a:r>
              <a:rPr lang="en-US" dirty="0"/>
              <a:t>Chapter #</a:t>
            </a:r>
          </a:p>
        </p:txBody>
      </p:sp>
      <p:sp>
        <p:nvSpPr>
          <p:cNvPr id="8" name="Content Placeholder 7">
            <a:extLst>
              <a:ext uri="{FF2B5EF4-FFF2-40B4-BE49-F238E27FC236}">
                <a16:creationId xmlns:a16="http://schemas.microsoft.com/office/drawing/2014/main" id="{3B38FD8D-0DB0-4A1A-A3F1-E26B606AC837}"/>
              </a:ext>
            </a:extLst>
          </p:cNvPr>
          <p:cNvSpPr>
            <a:spLocks noGrp="1"/>
          </p:cNvSpPr>
          <p:nvPr>
            <p:ph sz="quarter" idx="15" hasCustomPrompt="1"/>
          </p:nvPr>
        </p:nvSpPr>
        <p:spPr>
          <a:xfrm>
            <a:off x="5029200" y="3252788"/>
            <a:ext cx="3657600" cy="2873375"/>
          </a:xfrm>
        </p:spPr>
        <p:txBody>
          <a:bodyPr/>
          <a:lstStyle>
            <a:lvl1pPr marL="0" indent="0" algn="ctr">
              <a:buNone/>
              <a:defRPr sz="2200">
                <a:latin typeface="+mn-lt"/>
              </a:defRPr>
            </a:lvl1pPr>
          </a:lstStyle>
          <a:p>
            <a:pPr lvl="0"/>
            <a:r>
              <a:rPr lang="en-US" dirty="0"/>
              <a:t>Chapter name</a:t>
            </a:r>
          </a:p>
        </p:txBody>
      </p:sp>
      <p:sp>
        <p:nvSpPr>
          <p:cNvPr id="12" name="Shape 13">
            <a:extLst>
              <a:ext uri="{FF2B5EF4-FFF2-40B4-BE49-F238E27FC236}">
                <a16:creationId xmlns:a16="http://schemas.microsoft.com/office/drawing/2014/main" id="{C5328E6C-2B17-49B8-8712-6C0E107A1D99}"/>
              </a:ext>
            </a:extLst>
          </p:cNvPr>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tx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pPr>
              <a:defRPr/>
            </a:pPr>
            <a:endParaRPr lang="en-US" dirty="0">
              <a:solidFill>
                <a:schemeClr val="tx1"/>
              </a:solidFill>
            </a:endParaRPr>
          </a:p>
        </p:txBody>
      </p:sp>
      <p:sp>
        <p:nvSpPr>
          <p:cNvPr id="13" name="Shape 14">
            <a:extLst>
              <a:ext uri="{FF2B5EF4-FFF2-40B4-BE49-F238E27FC236}">
                <a16:creationId xmlns:a16="http://schemas.microsoft.com/office/drawing/2014/main" id="{CE0B5B1C-8858-43DC-BD75-C546F4738779}"/>
              </a:ext>
            </a:extLst>
          </p:cNvPr>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lvl1pPr>
              <a:defRPr>
                <a:solidFill>
                  <a:schemeClr val="tx1"/>
                </a:solidFill>
              </a:defRPr>
            </a:lvl1pPr>
          </a:lstStyle>
          <a:p>
            <a:pPr algn="r">
              <a:buSzPct val="25000"/>
              <a:defRPr/>
            </a:pPr>
            <a:fld id="{00000000-1234-1234-1234-123412341234}" type="slidenum">
              <a:rPr lang="en-US" sz="900" smtClean="0"/>
              <a:pPr algn="r">
                <a:buSzPct val="25000"/>
                <a:defRPr/>
              </a:pPr>
              <a:t>‹#›</a:t>
            </a:fld>
            <a:endParaRPr lang="en-US" sz="900" dirty="0"/>
          </a:p>
        </p:txBody>
      </p:sp>
      <p:sp>
        <p:nvSpPr>
          <p:cNvPr id="9" name="Picture Placeholder 8">
            <a:extLst>
              <a:ext uri="{FF2B5EF4-FFF2-40B4-BE49-F238E27FC236}">
                <a16:creationId xmlns:a16="http://schemas.microsoft.com/office/drawing/2014/main" id="{51B8939D-A957-42F9-A1B5-556D29D235AB}"/>
              </a:ext>
            </a:extLst>
          </p:cNvPr>
          <p:cNvSpPr>
            <a:spLocks noGrp="1"/>
          </p:cNvSpPr>
          <p:nvPr>
            <p:ph type="pic" sz="quarter" idx="16" hasCustomPrompt="1"/>
          </p:nvPr>
        </p:nvSpPr>
        <p:spPr>
          <a:xfrm>
            <a:off x="457200" y="6400801"/>
            <a:ext cx="1001713" cy="228600"/>
          </a:xfrm>
        </p:spPr>
        <p:txBody>
          <a:bodyPr anchor="ctr"/>
          <a:lstStyle>
            <a:lvl1pPr>
              <a:buNone/>
              <a:defRPr sz="1200">
                <a:latin typeface="Verdana" panose="020B0604030504040204" pitchFamily="34" charset="0"/>
                <a:ea typeface="Verdana" panose="020B0604030504040204" pitchFamily="34" charset="0"/>
              </a:defRPr>
            </a:lvl1pPr>
          </a:lstStyle>
          <a:p>
            <a:r>
              <a:rPr lang="en-US" dirty="0"/>
              <a:t>Logo</a:t>
            </a:r>
          </a:p>
        </p:txBody>
      </p:sp>
      <p:sp>
        <p:nvSpPr>
          <p:cNvPr id="18" name="Content Placeholder 17">
            <a:extLst>
              <a:ext uri="{FF2B5EF4-FFF2-40B4-BE49-F238E27FC236}">
                <a16:creationId xmlns:a16="http://schemas.microsoft.com/office/drawing/2014/main" id="{0CF87F15-2C58-4DFC-BACB-0E2C6507BCDE}"/>
              </a:ext>
            </a:extLst>
          </p:cNvPr>
          <p:cNvSpPr>
            <a:spLocks noGrp="1"/>
          </p:cNvSpPr>
          <p:nvPr>
            <p:ph sz="quarter" idx="17" hasCustomPrompt="1"/>
          </p:nvPr>
        </p:nvSpPr>
        <p:spPr>
          <a:xfrm>
            <a:off x="2097088" y="6400800"/>
            <a:ext cx="6589712" cy="228600"/>
          </a:xfrm>
        </p:spPr>
        <p:txBody>
          <a:bodyPr anchor="ctr"/>
          <a:lstStyle>
            <a:lvl1pPr algn="r">
              <a:buNone/>
              <a:defRPr sz="1200">
                <a:latin typeface="Verdana" panose="020B0604030504040204" pitchFamily="34" charset="0"/>
                <a:ea typeface="Verdana" panose="020B0604030504040204" pitchFamily="34" charset="0"/>
              </a:defRPr>
            </a:lvl1pPr>
          </a:lstStyle>
          <a:p>
            <a:pPr lvl="0"/>
            <a:r>
              <a:rPr lang="en-US" dirty="0"/>
              <a:t>Copyright Information</a:t>
            </a:r>
          </a:p>
        </p:txBody>
      </p:sp>
    </p:spTree>
    <p:extLst>
      <p:ext uri="{BB962C8B-B14F-4D97-AF65-F5344CB8AC3E}">
        <p14:creationId xmlns:p14="http://schemas.microsoft.com/office/powerpoint/2010/main" val="839355990"/>
      </p:ext>
    </p:extLst>
  </p:cSld>
  <p:clrMapOvr>
    <a:masterClrMapping/>
  </p:clrMapOvr>
  <p:extLst>
    <p:ext uri="{DCECCB84-F9BA-43D5-87BE-67443E8EF086}">
      <p15:sldGuideLst xmlns:p15="http://schemas.microsoft.com/office/powerpoint/2012/main">
        <p15:guide id="1" orient="horz" pos="4176" userDrawn="1">
          <p15:clr>
            <a:srgbClr val="FBAE40"/>
          </p15:clr>
        </p15:guide>
        <p15:guide id="2" pos="288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Slide-add copyright">
    <p:spTree>
      <p:nvGrpSpPr>
        <p:cNvPr id="1" name="Shape 17"/>
        <p:cNvGrpSpPr/>
        <p:nvPr/>
      </p:nvGrpSpPr>
      <p:grpSpPr>
        <a:xfrm>
          <a:off x="0" y="0"/>
          <a:ext cx="0" cy="0"/>
          <a:chOff x="0" y="0"/>
          <a:chExt cx="0" cy="0"/>
        </a:xfrm>
      </p:grpSpPr>
      <p:sp>
        <p:nvSpPr>
          <p:cNvPr id="18" name="Shape 18"/>
          <p:cNvSpPr/>
          <p:nvPr/>
        </p:nvSpPr>
        <p:spPr>
          <a:xfrm>
            <a:off x="0" y="0"/>
            <a:ext cx="9144000" cy="3886200"/>
          </a:xfrm>
          <a:prstGeom prst="rect">
            <a:avLst/>
          </a:prstGeom>
          <a:solidFill>
            <a:srgbClr val="007FA3"/>
          </a:solidFill>
          <a:ln w="25400" cap="flat" cmpd="sng">
            <a:solidFill>
              <a:srgbClr val="007FA3"/>
            </a:solidFill>
            <a:prstDash val="solid"/>
            <a:round/>
            <a:headEnd type="none" w="med" len="med"/>
            <a:tailEnd type="none" w="med" len="med"/>
          </a:ln>
        </p:spPr>
        <p:txBody>
          <a:bodyPr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dirty="0">
              <a:ln>
                <a:noFill/>
              </a:ln>
              <a:solidFill>
                <a:srgbClr val="FFFFFF"/>
              </a:solidFill>
              <a:effectLst/>
              <a:uLnTx/>
              <a:uFillTx/>
              <a:latin typeface="Arial"/>
              <a:ea typeface="Arial"/>
              <a:cs typeface="Arial"/>
              <a:sym typeface="Arial"/>
            </a:endParaRPr>
          </a:p>
        </p:txBody>
      </p:sp>
      <p:sp>
        <p:nvSpPr>
          <p:cNvPr id="19" name="Title Placeholder"/>
          <p:cNvSpPr txBox="1">
            <a:spLocks noGrp="1"/>
          </p:cNvSpPr>
          <p:nvPr>
            <p:ph type="ctrTitle"/>
          </p:nvPr>
        </p:nvSpPr>
        <p:spPr>
          <a:xfrm>
            <a:off x="685800" y="762000"/>
            <a:ext cx="7772400" cy="2838451"/>
          </a:xfrm>
          <a:prstGeom prst="rect">
            <a:avLst/>
          </a:prstGeom>
          <a:noFill/>
          <a:ln>
            <a:noFill/>
          </a:ln>
        </p:spPr>
        <p:txBody>
          <a:bodyPr lIns="91425" tIns="91425" rIns="91425" bIns="91425" anchor="b" anchorCtr="0"/>
          <a:lstStyle>
            <a:lvl1pPr marL="0" marR="0" lvl="0" indent="0" algn="l" rtl="0">
              <a:lnSpc>
                <a:spcPct val="100000"/>
              </a:lnSpc>
              <a:spcBef>
                <a:spcPts val="0"/>
              </a:spcBef>
              <a:buClr>
                <a:schemeClr val="lt1"/>
              </a:buClr>
              <a:buFont typeface="Times New Roman"/>
              <a:buNone/>
              <a:defRPr sz="3600" b="1" i="0" u="none" strike="noStrike" cap="none">
                <a:solidFill>
                  <a:schemeClr val="lt1"/>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20" name="Content Placeholder"/>
          <p:cNvSpPr txBox="1">
            <a:spLocks noGrp="1"/>
          </p:cNvSpPr>
          <p:nvPr>
            <p:ph type="subTitle" idx="1"/>
          </p:nvPr>
        </p:nvSpPr>
        <p:spPr>
          <a:xfrm>
            <a:off x="674687" y="3962400"/>
            <a:ext cx="7794625" cy="1752600"/>
          </a:xfrm>
          <a:prstGeom prst="rect">
            <a:avLst/>
          </a:prstGeom>
          <a:noFill/>
          <a:ln>
            <a:noFill/>
          </a:ln>
        </p:spPr>
        <p:txBody>
          <a:bodyPr lIns="91425" tIns="91425" rIns="91425" bIns="91425" anchor="t" anchorCtr="0"/>
          <a:lstStyle>
            <a:lvl1pPr marL="0" marR="0" lvl="0" indent="0" algn="l" rtl="0">
              <a:spcBef>
                <a:spcPts val="0"/>
              </a:spcBef>
              <a:buClr>
                <a:srgbClr val="007FA3"/>
              </a:buClr>
              <a:buFont typeface="Arial"/>
              <a:buNone/>
              <a:defRPr sz="2400" b="0" i="0" u="none" strike="noStrike" cap="none">
                <a:solidFill>
                  <a:schemeClr val="dk1"/>
                </a:solidFill>
                <a:latin typeface="+mn-lt"/>
                <a:ea typeface="Arial"/>
                <a:cs typeface="Arial"/>
                <a:sym typeface="Arial"/>
              </a:defRPr>
            </a:lvl1pPr>
            <a:lvl2pPr marL="457200" marR="0" lvl="1" indent="0" algn="ctr" rtl="0">
              <a:spcBef>
                <a:spcPts val="600"/>
              </a:spcBef>
              <a:buClr>
                <a:srgbClr val="007FA3"/>
              </a:buClr>
              <a:buFont typeface="Arial"/>
              <a:buNone/>
              <a:defRPr sz="1600" b="0" i="0" u="none" strike="noStrike" cap="none">
                <a:solidFill>
                  <a:srgbClr val="888888"/>
                </a:solidFill>
                <a:latin typeface="Arial"/>
                <a:ea typeface="Arial"/>
                <a:cs typeface="Arial"/>
                <a:sym typeface="Arial"/>
              </a:defRPr>
            </a:lvl2pPr>
            <a:lvl3pPr marL="914400" marR="0" lvl="2" indent="0" algn="ctr" rtl="0">
              <a:spcBef>
                <a:spcPts val="600"/>
              </a:spcBef>
              <a:buClr>
                <a:srgbClr val="007FA3"/>
              </a:buClr>
              <a:buFont typeface="Noto Sans Symbols"/>
              <a:buNone/>
              <a:defRPr sz="1600" b="0" i="0" u="none" strike="noStrike" cap="none">
                <a:solidFill>
                  <a:srgbClr val="888888"/>
                </a:solidFill>
                <a:latin typeface="Arial"/>
                <a:ea typeface="Arial"/>
                <a:cs typeface="Arial"/>
                <a:sym typeface="Arial"/>
              </a:defRPr>
            </a:lvl3pPr>
            <a:lvl4pPr marL="1371600" marR="0" lvl="3" indent="0" algn="ctr" rtl="0">
              <a:spcBef>
                <a:spcPts val="600"/>
              </a:spcBef>
              <a:buClr>
                <a:srgbClr val="007FA3"/>
              </a:buClr>
              <a:buFont typeface="Arial"/>
              <a:buNone/>
              <a:defRPr sz="1600" b="0" i="0" u="none" strike="noStrike" cap="none">
                <a:solidFill>
                  <a:srgbClr val="888888"/>
                </a:solidFill>
                <a:latin typeface="Arial"/>
                <a:ea typeface="Arial"/>
                <a:cs typeface="Arial"/>
                <a:sym typeface="Arial"/>
              </a:defRPr>
            </a:lvl4pPr>
            <a:lvl5pPr marL="1828800" marR="0" lvl="4" indent="0" algn="ctr" rtl="0">
              <a:spcBef>
                <a:spcPts val="600"/>
              </a:spcBef>
              <a:buClr>
                <a:srgbClr val="007FA3"/>
              </a:buClr>
              <a:buFont typeface="Arial"/>
              <a:buNone/>
              <a:defRPr sz="1600" b="0" i="0" u="none" strike="noStrike" cap="none">
                <a:solidFill>
                  <a:srgbClr val="888888"/>
                </a:solidFill>
                <a:latin typeface="Arial"/>
                <a:ea typeface="Arial"/>
                <a:cs typeface="Arial"/>
                <a:sym typeface="Arial"/>
              </a:defRPr>
            </a:lvl5pPr>
            <a:lvl6pPr marL="2286000" marR="0" lvl="5" indent="0" algn="ctr" rtl="0">
              <a:spcBef>
                <a:spcPts val="300"/>
              </a:spcBef>
              <a:buClr>
                <a:srgbClr val="007FA3"/>
              </a:buClr>
              <a:buFont typeface="Arial"/>
              <a:buNone/>
              <a:defRPr sz="1600" b="0" i="0" u="none" strike="noStrike" cap="none">
                <a:solidFill>
                  <a:srgbClr val="888888"/>
                </a:solidFill>
                <a:latin typeface="Arial"/>
                <a:ea typeface="Arial"/>
                <a:cs typeface="Arial"/>
                <a:sym typeface="Arial"/>
              </a:defRPr>
            </a:lvl6pPr>
            <a:lvl7pPr marL="2743200" marR="0" lvl="6" indent="0" algn="ctr" rtl="0">
              <a:spcBef>
                <a:spcPts val="300"/>
              </a:spcBef>
              <a:buClr>
                <a:srgbClr val="007FA3"/>
              </a:buClr>
              <a:buFont typeface="Arial"/>
              <a:buNone/>
              <a:defRPr sz="1600" b="0" i="0" u="none" strike="noStrike" cap="none">
                <a:solidFill>
                  <a:srgbClr val="888888"/>
                </a:solidFill>
                <a:latin typeface="Arial"/>
                <a:ea typeface="Arial"/>
                <a:cs typeface="Arial"/>
                <a:sym typeface="Arial"/>
              </a:defRPr>
            </a:lvl7pPr>
            <a:lvl8pPr marL="3200400" marR="0" lvl="7" indent="0" algn="ctr" rtl="0">
              <a:spcBef>
                <a:spcPts val="300"/>
              </a:spcBef>
              <a:buClr>
                <a:srgbClr val="007FA3"/>
              </a:buClr>
              <a:buFont typeface="Arial"/>
              <a:buNone/>
              <a:defRPr sz="1600" b="0" i="0" u="none" strike="noStrike" cap="none">
                <a:solidFill>
                  <a:srgbClr val="888888"/>
                </a:solidFill>
                <a:latin typeface="Arial"/>
                <a:ea typeface="Arial"/>
                <a:cs typeface="Arial"/>
                <a:sym typeface="Arial"/>
              </a:defRPr>
            </a:lvl8pPr>
            <a:lvl9pPr marL="3657600" marR="0" lvl="8" indent="0" algn="ctr" rtl="0">
              <a:spcBef>
                <a:spcPts val="300"/>
              </a:spcBef>
              <a:buClr>
                <a:srgbClr val="007FA3"/>
              </a:buClr>
              <a:buFont typeface="Arial"/>
              <a:buNone/>
              <a:defRPr sz="1600" b="0" i="0" u="none" strike="noStrike" cap="none">
                <a:solidFill>
                  <a:srgbClr val="888888"/>
                </a:solidFill>
                <a:latin typeface="Arial"/>
                <a:ea typeface="Arial"/>
                <a:cs typeface="Arial"/>
                <a:sym typeface="Arial"/>
              </a:defRPr>
            </a:lvl9pPr>
          </a:lstStyle>
          <a:p>
            <a:endParaRPr dirty="0"/>
          </a:p>
        </p:txBody>
      </p:sp>
      <p:sp>
        <p:nvSpPr>
          <p:cNvPr id="22" name="Shape 22"/>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endParaRPr kumimoji="0" sz="900" b="0" i="0" u="none" strike="noStrike" kern="0" cap="none" spc="0" normalizeH="0" baseline="0" noProof="0" dirty="0">
              <a:ln>
                <a:noFill/>
              </a:ln>
              <a:solidFill>
                <a:srgbClr val="FFFFFF"/>
              </a:solidFill>
              <a:effectLst/>
              <a:uLnTx/>
              <a:uFillTx/>
              <a:latin typeface="Arial"/>
              <a:cs typeface="Arial"/>
              <a:sym typeface="Arial"/>
            </a:endParaRPr>
          </a:p>
        </p:txBody>
      </p:sp>
      <p:sp>
        <p:nvSpPr>
          <p:cNvPr id="23" name="Shape 23"/>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defTabSz="914400" rtl="0" eaLnBrk="1" fontAlgn="auto" latinLnBrk="0" hangingPunct="1">
              <a:lnSpc>
                <a:spcPct val="100000"/>
              </a:lnSpc>
              <a:spcBef>
                <a:spcPts val="0"/>
              </a:spcBef>
              <a:spcAft>
                <a:spcPts val="0"/>
              </a:spcAft>
              <a:buClrTx/>
              <a:buSzPct val="25000"/>
              <a:buFontTx/>
              <a:buNone/>
              <a:tabLst/>
              <a:defRPr/>
            </a:pPr>
            <a:fld id="{00000000-1234-1234-1234-123412341234}" type="slidenum">
              <a:rPr kumimoji="0" lang="en-US" sz="900" b="0" i="0" u="none" strike="noStrike" kern="0" cap="none" spc="0" normalizeH="0" baseline="0" noProof="0">
                <a:ln>
                  <a:noFill/>
                </a:ln>
                <a:solidFill>
                  <a:srgbClr val="FFFFFF"/>
                </a:solidFill>
                <a:effectLst/>
                <a:uLnTx/>
                <a:uFillTx/>
                <a:latin typeface="Arial"/>
                <a:ea typeface="Arial"/>
                <a:cs typeface="Arial"/>
                <a:sym typeface="Arial"/>
              </a:rPr>
              <a:pPr marL="0" marR="0" lvl="0" indent="0" algn="r" defTabSz="914400" rtl="0" eaLnBrk="1" fontAlgn="auto" latinLnBrk="0" hangingPunct="1">
                <a:lnSpc>
                  <a:spcPct val="100000"/>
                </a:lnSpc>
                <a:spcBef>
                  <a:spcPts val="0"/>
                </a:spcBef>
                <a:spcAft>
                  <a:spcPts val="0"/>
                </a:spcAft>
                <a:buClrTx/>
                <a:buSzPct val="25000"/>
                <a:buFontTx/>
                <a:buNone/>
                <a:tabLst/>
                <a:defRPr/>
              </a:pPr>
              <a:t>‹#›</a:t>
            </a:fld>
            <a:endParaRPr kumimoji="0" lang="en-US" sz="900" b="0" i="0" u="none" strike="noStrike" kern="0" cap="none" spc="0" normalizeH="0" baseline="0" noProof="0" dirty="0">
              <a:ln>
                <a:noFill/>
              </a:ln>
              <a:solidFill>
                <a:srgbClr val="FFFFFF"/>
              </a:solidFill>
              <a:effectLst/>
              <a:uLnTx/>
              <a:uFillTx/>
              <a:latin typeface="Arial"/>
              <a:ea typeface="Arial"/>
              <a:cs typeface="Arial"/>
              <a:sym typeface="Arial"/>
            </a:endParaRPr>
          </a:p>
        </p:txBody>
      </p:sp>
    </p:spTree>
    <p:extLst>
      <p:ext uri="{BB962C8B-B14F-4D97-AF65-F5344CB8AC3E}">
        <p14:creationId xmlns:p14="http://schemas.microsoft.com/office/powerpoint/2010/main" val="421594099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userDrawn="1">
  <p:cSld name="Title and Content">
    <p:spTree>
      <p:nvGrpSpPr>
        <p:cNvPr id="1" name="Shape 24"/>
        <p:cNvGrpSpPr/>
        <p:nvPr/>
      </p:nvGrpSpPr>
      <p:grpSpPr>
        <a:xfrm>
          <a:off x="0" y="0"/>
          <a:ext cx="0" cy="0"/>
          <a:chOff x="0" y="0"/>
          <a:chExt cx="0" cy="0"/>
        </a:xfrm>
      </p:grpSpPr>
      <p:sp>
        <p:nvSpPr>
          <p:cNvPr id="25"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4" name="Content Placeholder 3">
            <a:extLst>
              <a:ext uri="{FF2B5EF4-FFF2-40B4-BE49-F238E27FC236}">
                <a16:creationId xmlns:a16="http://schemas.microsoft.com/office/drawing/2014/main" id="{00F45AE3-EB76-41DE-97B2-CFE79B73D3C6}"/>
              </a:ext>
            </a:extLst>
          </p:cNvPr>
          <p:cNvSpPr>
            <a:spLocks noGrp="1"/>
          </p:cNvSpPr>
          <p:nvPr>
            <p:ph sz="quarter" idx="13"/>
          </p:nvPr>
        </p:nvSpPr>
        <p:spPr>
          <a:xfrm>
            <a:off x="457200" y="1554920"/>
            <a:ext cx="8232775" cy="4663335"/>
          </a:xfrm>
        </p:spPr>
        <p:txBody>
          <a:bodyPr/>
          <a:lstStyle>
            <a:lvl1pPr indent="-255600">
              <a:defRPr sz="2400">
                <a:latin typeface="+mn-lt"/>
              </a:defRPr>
            </a:lvl1pPr>
            <a:lvl2pPr indent="-284400">
              <a:defRPr sz="2400">
                <a:latin typeface="+mn-lt"/>
              </a:defRPr>
            </a:lvl2pPr>
            <a:lvl3pPr indent="-230400">
              <a:defRPr sz="2400">
                <a:latin typeface="+mn-lt"/>
              </a:defRPr>
            </a:lvl3pPr>
            <a:lvl4pPr indent="-230400">
              <a:defRPr sz="2400">
                <a:latin typeface="+mn-lt"/>
              </a:defRPr>
            </a:lvl4pPr>
            <a:lvl5pPr indent="-230400">
              <a:defRPr sz="2400">
                <a:latin typeface="+mn-lt"/>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8" name="Shape 28"/>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29" name="Shape 29"/>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userDrawn="1">
  <p:cSld name="Title and Two Content">
    <p:spTree>
      <p:nvGrpSpPr>
        <p:cNvPr id="1" name="Shape 30"/>
        <p:cNvGrpSpPr/>
        <p:nvPr/>
      </p:nvGrpSpPr>
      <p:grpSpPr>
        <a:xfrm>
          <a:off x="0" y="0"/>
          <a:ext cx="0" cy="0"/>
          <a:chOff x="0" y="0"/>
          <a:chExt cx="0" cy="0"/>
        </a:xfrm>
      </p:grpSpPr>
      <p:sp>
        <p:nvSpPr>
          <p:cNvPr id="31"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4" name="Content Placeholder 3">
            <a:extLst>
              <a:ext uri="{FF2B5EF4-FFF2-40B4-BE49-F238E27FC236}">
                <a16:creationId xmlns:a16="http://schemas.microsoft.com/office/drawing/2014/main" id="{211BB07C-705F-4113-A2C5-779D6EA64D97}"/>
              </a:ext>
            </a:extLst>
          </p:cNvPr>
          <p:cNvSpPr>
            <a:spLocks noGrp="1"/>
          </p:cNvSpPr>
          <p:nvPr>
            <p:ph sz="quarter" idx="13"/>
          </p:nvPr>
        </p:nvSpPr>
        <p:spPr>
          <a:xfrm>
            <a:off x="457200" y="1556327"/>
            <a:ext cx="8229600" cy="2267528"/>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Content Placeholder 6">
            <a:extLst>
              <a:ext uri="{FF2B5EF4-FFF2-40B4-BE49-F238E27FC236}">
                <a16:creationId xmlns:a16="http://schemas.microsoft.com/office/drawing/2014/main" id="{820D01C0-4FD2-4065-9EC3-96A308398288}"/>
              </a:ext>
            </a:extLst>
          </p:cNvPr>
          <p:cNvSpPr>
            <a:spLocks noGrp="1"/>
          </p:cNvSpPr>
          <p:nvPr>
            <p:ph sz="quarter" idx="14"/>
          </p:nvPr>
        </p:nvSpPr>
        <p:spPr>
          <a:xfrm>
            <a:off x="457200" y="3971925"/>
            <a:ext cx="8229600" cy="2105025"/>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5" name="Shape 35"/>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36" name="Shape 36"/>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and Three Content">
    <p:spTree>
      <p:nvGrpSpPr>
        <p:cNvPr id="1" name="Shape 30"/>
        <p:cNvGrpSpPr/>
        <p:nvPr/>
      </p:nvGrpSpPr>
      <p:grpSpPr>
        <a:xfrm>
          <a:off x="0" y="0"/>
          <a:ext cx="0" cy="0"/>
          <a:chOff x="0" y="0"/>
          <a:chExt cx="0" cy="0"/>
        </a:xfrm>
      </p:grpSpPr>
      <p:sp>
        <p:nvSpPr>
          <p:cNvPr id="31"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3" name="Content Placeholder 2">
            <a:extLst>
              <a:ext uri="{FF2B5EF4-FFF2-40B4-BE49-F238E27FC236}">
                <a16:creationId xmlns:a16="http://schemas.microsoft.com/office/drawing/2014/main" id="{6F503D41-401A-43DB-9BC0-38F51965B892}"/>
              </a:ext>
            </a:extLst>
          </p:cNvPr>
          <p:cNvSpPr>
            <a:spLocks noGrp="1"/>
          </p:cNvSpPr>
          <p:nvPr>
            <p:ph sz="quarter" idx="15"/>
          </p:nvPr>
        </p:nvSpPr>
        <p:spPr>
          <a:xfrm>
            <a:off x="457200" y="1556327"/>
            <a:ext cx="3635375" cy="4520623"/>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a:extLst>
              <a:ext uri="{FF2B5EF4-FFF2-40B4-BE49-F238E27FC236}">
                <a16:creationId xmlns:a16="http://schemas.microsoft.com/office/drawing/2014/main" id="{211BB07C-705F-4113-A2C5-779D6EA64D97}"/>
              </a:ext>
            </a:extLst>
          </p:cNvPr>
          <p:cNvSpPr>
            <a:spLocks noGrp="1"/>
          </p:cNvSpPr>
          <p:nvPr>
            <p:ph sz="quarter" idx="13"/>
          </p:nvPr>
        </p:nvSpPr>
        <p:spPr>
          <a:xfrm>
            <a:off x="4234542" y="1556327"/>
            <a:ext cx="4452257" cy="2267528"/>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Content Placeholder 6">
            <a:extLst>
              <a:ext uri="{FF2B5EF4-FFF2-40B4-BE49-F238E27FC236}">
                <a16:creationId xmlns:a16="http://schemas.microsoft.com/office/drawing/2014/main" id="{820D01C0-4FD2-4065-9EC3-96A308398288}"/>
              </a:ext>
            </a:extLst>
          </p:cNvPr>
          <p:cNvSpPr>
            <a:spLocks noGrp="1"/>
          </p:cNvSpPr>
          <p:nvPr>
            <p:ph sz="quarter" idx="14"/>
          </p:nvPr>
        </p:nvSpPr>
        <p:spPr>
          <a:xfrm>
            <a:off x="4234542" y="3971925"/>
            <a:ext cx="4452258" cy="2105025"/>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5" name="Shape 35"/>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36" name="Shape 36"/>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Tree>
    <p:extLst>
      <p:ext uri="{BB962C8B-B14F-4D97-AF65-F5344CB8AC3E}">
        <p14:creationId xmlns:p14="http://schemas.microsoft.com/office/powerpoint/2010/main" val="276906253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and Two Columns">
    <p:spTree>
      <p:nvGrpSpPr>
        <p:cNvPr id="1" name="Shape 30"/>
        <p:cNvGrpSpPr/>
        <p:nvPr/>
      </p:nvGrpSpPr>
      <p:grpSpPr>
        <a:xfrm>
          <a:off x="0" y="0"/>
          <a:ext cx="0" cy="0"/>
          <a:chOff x="0" y="0"/>
          <a:chExt cx="0" cy="0"/>
        </a:xfrm>
      </p:grpSpPr>
      <p:sp>
        <p:nvSpPr>
          <p:cNvPr id="31"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8" name="Content Placeholder 7">
            <a:extLst>
              <a:ext uri="{FF2B5EF4-FFF2-40B4-BE49-F238E27FC236}">
                <a16:creationId xmlns:a16="http://schemas.microsoft.com/office/drawing/2014/main" id="{82CB7AFE-9851-46A0-B2FB-0A5EE6AEFCA6}"/>
              </a:ext>
            </a:extLst>
          </p:cNvPr>
          <p:cNvSpPr>
            <a:spLocks noGrp="1"/>
          </p:cNvSpPr>
          <p:nvPr>
            <p:ph sz="quarter" idx="13"/>
          </p:nvPr>
        </p:nvSpPr>
        <p:spPr>
          <a:xfrm>
            <a:off x="457200" y="1552575"/>
            <a:ext cx="3991970" cy="44386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6" name="Content Placeholder 7">
            <a:extLst>
              <a:ext uri="{FF2B5EF4-FFF2-40B4-BE49-F238E27FC236}">
                <a16:creationId xmlns:a16="http://schemas.microsoft.com/office/drawing/2014/main" id="{75D3A394-A5AF-478E-AC3D-2714CFF806D2}"/>
              </a:ext>
            </a:extLst>
          </p:cNvPr>
          <p:cNvSpPr>
            <a:spLocks noGrp="1"/>
          </p:cNvSpPr>
          <p:nvPr>
            <p:ph sz="quarter" idx="14"/>
          </p:nvPr>
        </p:nvSpPr>
        <p:spPr>
          <a:xfrm>
            <a:off x="4694830" y="1552575"/>
            <a:ext cx="3991970" cy="44386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5" name="Shape 35"/>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36" name="Shape 36"/>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Tree>
    <p:extLst>
      <p:ext uri="{BB962C8B-B14F-4D97-AF65-F5344CB8AC3E}">
        <p14:creationId xmlns:p14="http://schemas.microsoft.com/office/powerpoint/2010/main" val="412611016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and Three Columns">
    <p:spTree>
      <p:nvGrpSpPr>
        <p:cNvPr id="1" name="Shape 30"/>
        <p:cNvGrpSpPr/>
        <p:nvPr/>
      </p:nvGrpSpPr>
      <p:grpSpPr>
        <a:xfrm>
          <a:off x="0" y="0"/>
          <a:ext cx="0" cy="0"/>
          <a:chOff x="0" y="0"/>
          <a:chExt cx="0" cy="0"/>
        </a:xfrm>
      </p:grpSpPr>
      <p:sp>
        <p:nvSpPr>
          <p:cNvPr id="31"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16" name="Content Placeholder 7">
            <a:extLst>
              <a:ext uri="{FF2B5EF4-FFF2-40B4-BE49-F238E27FC236}">
                <a16:creationId xmlns:a16="http://schemas.microsoft.com/office/drawing/2014/main" id="{75D3A394-A5AF-478E-AC3D-2714CFF806D2}"/>
              </a:ext>
            </a:extLst>
          </p:cNvPr>
          <p:cNvSpPr>
            <a:spLocks noGrp="1"/>
          </p:cNvSpPr>
          <p:nvPr>
            <p:ph sz="quarter" idx="14"/>
          </p:nvPr>
        </p:nvSpPr>
        <p:spPr>
          <a:xfrm>
            <a:off x="457201" y="1552575"/>
            <a:ext cx="2595603" cy="44386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Content Placeholder 7">
            <a:extLst>
              <a:ext uri="{FF2B5EF4-FFF2-40B4-BE49-F238E27FC236}">
                <a16:creationId xmlns:a16="http://schemas.microsoft.com/office/drawing/2014/main" id="{82CB7AFE-9851-46A0-B2FB-0A5EE6AEFCA6}"/>
              </a:ext>
            </a:extLst>
          </p:cNvPr>
          <p:cNvSpPr>
            <a:spLocks noGrp="1"/>
          </p:cNvSpPr>
          <p:nvPr>
            <p:ph sz="quarter" idx="13"/>
          </p:nvPr>
        </p:nvSpPr>
        <p:spPr>
          <a:xfrm>
            <a:off x="3274199" y="1552575"/>
            <a:ext cx="2595602" cy="44386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7" name="Content Placeholder 7">
            <a:extLst>
              <a:ext uri="{FF2B5EF4-FFF2-40B4-BE49-F238E27FC236}">
                <a16:creationId xmlns:a16="http://schemas.microsoft.com/office/drawing/2014/main" id="{5D721EFE-2C28-4C54-8BB9-3FCF3DECD16D}"/>
              </a:ext>
            </a:extLst>
          </p:cNvPr>
          <p:cNvSpPr>
            <a:spLocks noGrp="1"/>
          </p:cNvSpPr>
          <p:nvPr>
            <p:ph sz="quarter" idx="15"/>
          </p:nvPr>
        </p:nvSpPr>
        <p:spPr>
          <a:xfrm>
            <a:off x="6091197" y="1552575"/>
            <a:ext cx="2595603" cy="44386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5" name="Shape 35"/>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36" name="Shape 36"/>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Tree>
    <p:extLst>
      <p:ext uri="{BB962C8B-B14F-4D97-AF65-F5344CB8AC3E}">
        <p14:creationId xmlns:p14="http://schemas.microsoft.com/office/powerpoint/2010/main" val="416443381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and Four Content">
    <p:spTree>
      <p:nvGrpSpPr>
        <p:cNvPr id="1" name="Shape 30"/>
        <p:cNvGrpSpPr/>
        <p:nvPr/>
      </p:nvGrpSpPr>
      <p:grpSpPr>
        <a:xfrm>
          <a:off x="0" y="0"/>
          <a:ext cx="0" cy="0"/>
          <a:chOff x="0" y="0"/>
          <a:chExt cx="0" cy="0"/>
        </a:xfrm>
      </p:grpSpPr>
      <p:sp>
        <p:nvSpPr>
          <p:cNvPr id="31"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8" name="Content Placeholder 7">
            <a:extLst>
              <a:ext uri="{FF2B5EF4-FFF2-40B4-BE49-F238E27FC236}">
                <a16:creationId xmlns:a16="http://schemas.microsoft.com/office/drawing/2014/main" id="{82CB7AFE-9851-46A0-B2FB-0A5EE6AEFCA6}"/>
              </a:ext>
            </a:extLst>
          </p:cNvPr>
          <p:cNvSpPr>
            <a:spLocks noGrp="1"/>
          </p:cNvSpPr>
          <p:nvPr>
            <p:ph sz="quarter" idx="13"/>
          </p:nvPr>
        </p:nvSpPr>
        <p:spPr>
          <a:xfrm>
            <a:off x="457200" y="1552575"/>
            <a:ext cx="1885950" cy="44386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6" name="Content Placeholder 7">
            <a:extLst>
              <a:ext uri="{FF2B5EF4-FFF2-40B4-BE49-F238E27FC236}">
                <a16:creationId xmlns:a16="http://schemas.microsoft.com/office/drawing/2014/main" id="{75D3A394-A5AF-478E-AC3D-2714CFF806D2}"/>
              </a:ext>
            </a:extLst>
          </p:cNvPr>
          <p:cNvSpPr>
            <a:spLocks noGrp="1"/>
          </p:cNvSpPr>
          <p:nvPr>
            <p:ph sz="quarter" idx="14"/>
          </p:nvPr>
        </p:nvSpPr>
        <p:spPr>
          <a:xfrm>
            <a:off x="2572593" y="1552575"/>
            <a:ext cx="1885950" cy="44386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7" name="Content Placeholder 7">
            <a:extLst>
              <a:ext uri="{FF2B5EF4-FFF2-40B4-BE49-F238E27FC236}">
                <a16:creationId xmlns:a16="http://schemas.microsoft.com/office/drawing/2014/main" id="{5D721EFE-2C28-4C54-8BB9-3FCF3DECD16D}"/>
              </a:ext>
            </a:extLst>
          </p:cNvPr>
          <p:cNvSpPr>
            <a:spLocks noGrp="1"/>
          </p:cNvSpPr>
          <p:nvPr>
            <p:ph sz="quarter" idx="15"/>
          </p:nvPr>
        </p:nvSpPr>
        <p:spPr>
          <a:xfrm>
            <a:off x="4687986" y="1552575"/>
            <a:ext cx="1885950" cy="44386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8" name="Content Placeholder 7">
            <a:extLst>
              <a:ext uri="{FF2B5EF4-FFF2-40B4-BE49-F238E27FC236}">
                <a16:creationId xmlns:a16="http://schemas.microsoft.com/office/drawing/2014/main" id="{99D20A0E-9225-48FB-91AF-C7D8DE4D66F4}"/>
              </a:ext>
            </a:extLst>
          </p:cNvPr>
          <p:cNvSpPr>
            <a:spLocks noGrp="1"/>
          </p:cNvSpPr>
          <p:nvPr>
            <p:ph sz="quarter" idx="16"/>
          </p:nvPr>
        </p:nvSpPr>
        <p:spPr>
          <a:xfrm>
            <a:off x="6803378" y="1552575"/>
            <a:ext cx="1885950" cy="44386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5" name="Shape 35"/>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36" name="Shape 36"/>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Tree>
    <p:extLst>
      <p:ext uri="{BB962C8B-B14F-4D97-AF65-F5344CB8AC3E}">
        <p14:creationId xmlns:p14="http://schemas.microsoft.com/office/powerpoint/2010/main" val="301121478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1_Title and Ten Content">
    <p:spTree>
      <p:nvGrpSpPr>
        <p:cNvPr id="1" name="Shape 30"/>
        <p:cNvGrpSpPr/>
        <p:nvPr/>
      </p:nvGrpSpPr>
      <p:grpSpPr>
        <a:xfrm>
          <a:off x="0" y="0"/>
          <a:ext cx="0" cy="0"/>
          <a:chOff x="0" y="0"/>
          <a:chExt cx="0" cy="0"/>
        </a:xfrm>
      </p:grpSpPr>
      <p:sp>
        <p:nvSpPr>
          <p:cNvPr id="31"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8" name="Content Placeholder 7">
            <a:extLst>
              <a:ext uri="{FF2B5EF4-FFF2-40B4-BE49-F238E27FC236}">
                <a16:creationId xmlns:a16="http://schemas.microsoft.com/office/drawing/2014/main" id="{82CB7AFE-9851-46A0-B2FB-0A5EE6AEFCA6}"/>
              </a:ext>
            </a:extLst>
          </p:cNvPr>
          <p:cNvSpPr>
            <a:spLocks noGrp="1"/>
          </p:cNvSpPr>
          <p:nvPr>
            <p:ph sz="quarter" idx="13"/>
          </p:nvPr>
        </p:nvSpPr>
        <p:spPr>
          <a:xfrm>
            <a:off x="457200" y="1552575"/>
            <a:ext cx="4011769" cy="469408"/>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6" name="Content Placeholder 7">
            <a:extLst>
              <a:ext uri="{FF2B5EF4-FFF2-40B4-BE49-F238E27FC236}">
                <a16:creationId xmlns:a16="http://schemas.microsoft.com/office/drawing/2014/main" id="{75D3A394-A5AF-478E-AC3D-2714CFF806D2}"/>
              </a:ext>
            </a:extLst>
          </p:cNvPr>
          <p:cNvSpPr>
            <a:spLocks noGrp="1"/>
          </p:cNvSpPr>
          <p:nvPr>
            <p:ph sz="quarter" idx="14"/>
          </p:nvPr>
        </p:nvSpPr>
        <p:spPr>
          <a:xfrm>
            <a:off x="457200" y="2216772"/>
            <a:ext cx="4011769" cy="552186"/>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7" name="Content Placeholder 7">
            <a:extLst>
              <a:ext uri="{FF2B5EF4-FFF2-40B4-BE49-F238E27FC236}">
                <a16:creationId xmlns:a16="http://schemas.microsoft.com/office/drawing/2014/main" id="{5D721EFE-2C28-4C54-8BB9-3FCF3DECD16D}"/>
              </a:ext>
            </a:extLst>
          </p:cNvPr>
          <p:cNvSpPr>
            <a:spLocks noGrp="1"/>
          </p:cNvSpPr>
          <p:nvPr>
            <p:ph sz="quarter" idx="15"/>
          </p:nvPr>
        </p:nvSpPr>
        <p:spPr>
          <a:xfrm>
            <a:off x="457200" y="2953477"/>
            <a:ext cx="4011769" cy="525368"/>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8" name="Content Placeholder 7">
            <a:extLst>
              <a:ext uri="{FF2B5EF4-FFF2-40B4-BE49-F238E27FC236}">
                <a16:creationId xmlns:a16="http://schemas.microsoft.com/office/drawing/2014/main" id="{99D20A0E-9225-48FB-91AF-C7D8DE4D66F4}"/>
              </a:ext>
            </a:extLst>
          </p:cNvPr>
          <p:cNvSpPr>
            <a:spLocks noGrp="1"/>
          </p:cNvSpPr>
          <p:nvPr>
            <p:ph sz="quarter" idx="16"/>
          </p:nvPr>
        </p:nvSpPr>
        <p:spPr>
          <a:xfrm>
            <a:off x="457200" y="3640944"/>
            <a:ext cx="4011769" cy="525368"/>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5" name="Shape 35"/>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36" name="Shape 36"/>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
        <p:nvSpPr>
          <p:cNvPr id="3" name="Content Placeholder 2"/>
          <p:cNvSpPr>
            <a:spLocks noGrp="1"/>
          </p:cNvSpPr>
          <p:nvPr>
            <p:ph sz="quarter" idx="17"/>
          </p:nvPr>
        </p:nvSpPr>
        <p:spPr>
          <a:xfrm>
            <a:off x="457200" y="4352925"/>
            <a:ext cx="4011769" cy="4762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Content Placeholder 4"/>
          <p:cNvSpPr>
            <a:spLocks noGrp="1"/>
          </p:cNvSpPr>
          <p:nvPr>
            <p:ph sz="quarter" idx="18"/>
          </p:nvPr>
        </p:nvSpPr>
        <p:spPr>
          <a:xfrm>
            <a:off x="457200" y="5010150"/>
            <a:ext cx="4011769" cy="5143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24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7" name="Content Placeholder 6"/>
          <p:cNvSpPr>
            <a:spLocks noGrp="1"/>
          </p:cNvSpPr>
          <p:nvPr>
            <p:ph sz="quarter" idx="19"/>
          </p:nvPr>
        </p:nvSpPr>
        <p:spPr>
          <a:xfrm>
            <a:off x="457200" y="5692775"/>
            <a:ext cx="4011769" cy="566738"/>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24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10" name="Content Placeholder 9"/>
          <p:cNvSpPr>
            <a:spLocks noGrp="1"/>
          </p:cNvSpPr>
          <p:nvPr>
            <p:ph sz="quarter" idx="20"/>
          </p:nvPr>
        </p:nvSpPr>
        <p:spPr>
          <a:xfrm>
            <a:off x="4622801" y="1557338"/>
            <a:ext cx="4064000" cy="465137"/>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24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12" name="Content Placeholder 11"/>
          <p:cNvSpPr>
            <a:spLocks noGrp="1"/>
          </p:cNvSpPr>
          <p:nvPr>
            <p:ph sz="quarter" idx="21"/>
          </p:nvPr>
        </p:nvSpPr>
        <p:spPr>
          <a:xfrm>
            <a:off x="4622800" y="2216150"/>
            <a:ext cx="4064000" cy="5524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24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14" name="Content Placeholder 13"/>
          <p:cNvSpPr>
            <a:spLocks noGrp="1"/>
          </p:cNvSpPr>
          <p:nvPr>
            <p:ph sz="quarter" idx="22"/>
          </p:nvPr>
        </p:nvSpPr>
        <p:spPr>
          <a:xfrm>
            <a:off x="4622800" y="2952750"/>
            <a:ext cx="4064000" cy="525463"/>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24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19" name="Content Placeholder 18"/>
          <p:cNvSpPr>
            <a:spLocks noGrp="1"/>
          </p:cNvSpPr>
          <p:nvPr>
            <p:ph sz="quarter" idx="23"/>
          </p:nvPr>
        </p:nvSpPr>
        <p:spPr>
          <a:xfrm>
            <a:off x="4622800" y="3641725"/>
            <a:ext cx="4064000" cy="523875"/>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24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21" name="Content Placeholder 20"/>
          <p:cNvSpPr>
            <a:spLocks noGrp="1"/>
          </p:cNvSpPr>
          <p:nvPr>
            <p:ph sz="quarter" idx="24"/>
          </p:nvPr>
        </p:nvSpPr>
        <p:spPr>
          <a:xfrm>
            <a:off x="4622800" y="4352925"/>
            <a:ext cx="4064000" cy="4762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24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23" name="Content Placeholder 22"/>
          <p:cNvSpPr>
            <a:spLocks noGrp="1"/>
          </p:cNvSpPr>
          <p:nvPr>
            <p:ph sz="quarter" idx="25"/>
          </p:nvPr>
        </p:nvSpPr>
        <p:spPr>
          <a:xfrm>
            <a:off x="4713288" y="5010150"/>
            <a:ext cx="3973512" cy="5143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24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25" name="Content Placeholder 24"/>
          <p:cNvSpPr>
            <a:spLocks noGrp="1"/>
          </p:cNvSpPr>
          <p:nvPr>
            <p:ph sz="quarter" idx="26"/>
          </p:nvPr>
        </p:nvSpPr>
        <p:spPr>
          <a:xfrm>
            <a:off x="4713288" y="5692775"/>
            <a:ext cx="3973512" cy="566738"/>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24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Tree>
    <p:extLst>
      <p:ext uri="{BB962C8B-B14F-4D97-AF65-F5344CB8AC3E}">
        <p14:creationId xmlns:p14="http://schemas.microsoft.com/office/powerpoint/2010/main" val="447121803"/>
      </p:ext>
    </p:extLst>
  </p:cSld>
  <p:clrMapOvr>
    <a:masterClrMapping/>
  </p:clrMapOvr>
  <p:extLst>
    <p:ext uri="{DCECCB84-F9BA-43D5-87BE-67443E8EF086}">
      <p15:sldGuideLst xmlns:p15="http://schemas.microsoft.com/office/powerpoint/2012/main">
        <p15:guide id="1" orient="horz" pos="981" userDrawn="1">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2_Title and Ten Content">
    <p:spTree>
      <p:nvGrpSpPr>
        <p:cNvPr id="1" name="Shape 30"/>
        <p:cNvGrpSpPr/>
        <p:nvPr/>
      </p:nvGrpSpPr>
      <p:grpSpPr>
        <a:xfrm>
          <a:off x="0" y="0"/>
          <a:ext cx="0" cy="0"/>
          <a:chOff x="0" y="0"/>
          <a:chExt cx="0" cy="0"/>
        </a:xfrm>
      </p:grpSpPr>
      <p:sp>
        <p:nvSpPr>
          <p:cNvPr id="31"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8" name="Content Placeholder 7">
            <a:extLst>
              <a:ext uri="{FF2B5EF4-FFF2-40B4-BE49-F238E27FC236}">
                <a16:creationId xmlns:a16="http://schemas.microsoft.com/office/drawing/2014/main" id="{82CB7AFE-9851-46A0-B2FB-0A5EE6AEFCA6}"/>
              </a:ext>
            </a:extLst>
          </p:cNvPr>
          <p:cNvSpPr>
            <a:spLocks noGrp="1"/>
          </p:cNvSpPr>
          <p:nvPr>
            <p:ph sz="quarter" idx="13"/>
          </p:nvPr>
        </p:nvSpPr>
        <p:spPr>
          <a:xfrm>
            <a:off x="457200" y="1552575"/>
            <a:ext cx="8229600" cy="198039"/>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6" name="Content Placeholder 7">
            <a:extLst>
              <a:ext uri="{FF2B5EF4-FFF2-40B4-BE49-F238E27FC236}">
                <a16:creationId xmlns:a16="http://schemas.microsoft.com/office/drawing/2014/main" id="{75D3A394-A5AF-478E-AC3D-2714CFF806D2}"/>
              </a:ext>
            </a:extLst>
          </p:cNvPr>
          <p:cNvSpPr>
            <a:spLocks noGrp="1"/>
          </p:cNvSpPr>
          <p:nvPr>
            <p:ph sz="quarter" idx="14"/>
          </p:nvPr>
        </p:nvSpPr>
        <p:spPr>
          <a:xfrm>
            <a:off x="457200" y="1841636"/>
            <a:ext cx="8229600" cy="232963"/>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7" name="Content Placeholder 7">
            <a:extLst>
              <a:ext uri="{FF2B5EF4-FFF2-40B4-BE49-F238E27FC236}">
                <a16:creationId xmlns:a16="http://schemas.microsoft.com/office/drawing/2014/main" id="{5D721EFE-2C28-4C54-8BB9-3FCF3DECD16D}"/>
              </a:ext>
            </a:extLst>
          </p:cNvPr>
          <p:cNvSpPr>
            <a:spLocks noGrp="1"/>
          </p:cNvSpPr>
          <p:nvPr>
            <p:ph sz="quarter" idx="15"/>
          </p:nvPr>
        </p:nvSpPr>
        <p:spPr>
          <a:xfrm>
            <a:off x="457200" y="2191482"/>
            <a:ext cx="8229600" cy="221648"/>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8" name="Content Placeholder 7">
            <a:extLst>
              <a:ext uri="{FF2B5EF4-FFF2-40B4-BE49-F238E27FC236}">
                <a16:creationId xmlns:a16="http://schemas.microsoft.com/office/drawing/2014/main" id="{99D20A0E-9225-48FB-91AF-C7D8DE4D66F4}"/>
              </a:ext>
            </a:extLst>
          </p:cNvPr>
          <p:cNvSpPr>
            <a:spLocks noGrp="1"/>
          </p:cNvSpPr>
          <p:nvPr>
            <p:ph sz="quarter" idx="16"/>
          </p:nvPr>
        </p:nvSpPr>
        <p:spPr>
          <a:xfrm>
            <a:off x="457200" y="2515536"/>
            <a:ext cx="8229600" cy="221648"/>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5" name="Shape 35"/>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36" name="Shape 36"/>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
        <p:nvSpPr>
          <p:cNvPr id="3" name="Content Placeholder 2"/>
          <p:cNvSpPr>
            <a:spLocks noGrp="1"/>
          </p:cNvSpPr>
          <p:nvPr>
            <p:ph sz="quarter" idx="17"/>
          </p:nvPr>
        </p:nvSpPr>
        <p:spPr>
          <a:xfrm>
            <a:off x="457200" y="2840656"/>
            <a:ext cx="8229600" cy="200926"/>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Content Placeholder 4"/>
          <p:cNvSpPr>
            <a:spLocks noGrp="1"/>
          </p:cNvSpPr>
          <p:nvPr>
            <p:ph sz="quarter" idx="18"/>
          </p:nvPr>
        </p:nvSpPr>
        <p:spPr>
          <a:xfrm>
            <a:off x="457200" y="3169638"/>
            <a:ext cx="8229600" cy="21700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24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7" name="Content Placeholder 6"/>
          <p:cNvSpPr>
            <a:spLocks noGrp="1"/>
          </p:cNvSpPr>
          <p:nvPr>
            <p:ph sz="quarter" idx="19"/>
          </p:nvPr>
        </p:nvSpPr>
        <p:spPr>
          <a:xfrm>
            <a:off x="457200" y="3488845"/>
            <a:ext cx="8229600" cy="239102"/>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24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4" name="Text Placeholder 3"/>
          <p:cNvSpPr>
            <a:spLocks noGrp="1"/>
          </p:cNvSpPr>
          <p:nvPr>
            <p:ph type="body" sz="quarter" idx="20"/>
          </p:nvPr>
        </p:nvSpPr>
        <p:spPr>
          <a:xfrm>
            <a:off x="457200" y="3727450"/>
            <a:ext cx="8229600" cy="328613"/>
          </a:xfrm>
        </p:spPr>
        <p:txBody>
          <a:bodyPr/>
          <a:lstStyle>
            <a:lvl1pPr indent="-255600">
              <a:defRPr sz="2400">
                <a:latin typeface="+mn-lt"/>
              </a:defRPr>
            </a:lvl1pPr>
            <a:lvl2pPr>
              <a:defRPr sz="2400">
                <a:latin typeface="+mn-lt"/>
              </a:defRPr>
            </a:lvl2pPr>
            <a:lvl3pPr>
              <a:defRPr sz="2400">
                <a:latin typeface="+mn-lt"/>
              </a:defRPr>
            </a:lvl3pPr>
            <a:lvl4pPr>
              <a:defRPr sz="2400">
                <a:latin typeface="+mn-lt"/>
              </a:defRPr>
            </a:lvl4pPr>
            <a:lvl5pPr>
              <a:defRPr sz="2400">
                <a:latin typeface="+mn-lt"/>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9" name="Text Placeholder 8"/>
          <p:cNvSpPr>
            <a:spLocks noGrp="1"/>
          </p:cNvSpPr>
          <p:nvPr>
            <p:ph type="body" sz="quarter" idx="21"/>
          </p:nvPr>
        </p:nvSpPr>
        <p:spPr>
          <a:xfrm>
            <a:off x="457200" y="4056063"/>
            <a:ext cx="8229600" cy="293687"/>
          </a:xfrm>
        </p:spPr>
        <p:txBody>
          <a:bodyPr/>
          <a:lstStyle>
            <a:lvl1pPr indent="-255600">
              <a:defRPr sz="2400">
                <a:latin typeface="+mn-lt"/>
              </a:defRPr>
            </a:lvl1pPr>
            <a:lvl2pPr>
              <a:defRPr sz="2400">
                <a:latin typeface="+mn-lt"/>
              </a:defRPr>
            </a:lvl2pPr>
            <a:lvl3pPr>
              <a:defRPr sz="2400">
                <a:latin typeface="+mn-lt"/>
              </a:defRPr>
            </a:lvl3pPr>
            <a:lvl4pPr>
              <a:defRPr sz="2400">
                <a:latin typeface="+mn-lt"/>
              </a:defRPr>
            </a:lvl4pPr>
            <a:lvl5pPr>
              <a:defRPr sz="2400">
                <a:latin typeface="+mn-lt"/>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13" name="Text Placeholder 12"/>
          <p:cNvSpPr>
            <a:spLocks noGrp="1"/>
          </p:cNvSpPr>
          <p:nvPr>
            <p:ph type="body" sz="quarter" idx="22"/>
          </p:nvPr>
        </p:nvSpPr>
        <p:spPr>
          <a:xfrm>
            <a:off x="457200" y="4349750"/>
            <a:ext cx="8229600" cy="280988"/>
          </a:xfrm>
        </p:spPr>
        <p:txBody>
          <a:bodyPr/>
          <a:lstStyle>
            <a:lvl1pPr indent="-255600">
              <a:defRPr sz="2400">
                <a:latin typeface="+mn-lt"/>
              </a:defRPr>
            </a:lvl1pPr>
            <a:lvl2pPr>
              <a:defRPr sz="2400">
                <a:latin typeface="+mn-lt"/>
              </a:defRPr>
            </a:lvl2pPr>
            <a:lvl3pPr>
              <a:defRPr sz="2400">
                <a:latin typeface="+mn-lt"/>
              </a:defRPr>
            </a:lvl3pPr>
            <a:lvl4pPr>
              <a:defRPr sz="2400">
                <a:latin typeface="+mn-lt"/>
              </a:defRPr>
            </a:lvl4pPr>
            <a:lvl5pPr>
              <a:defRPr sz="2400">
                <a:latin typeface="+mn-lt"/>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20" name="Text Placeholder 19"/>
          <p:cNvSpPr>
            <a:spLocks noGrp="1"/>
          </p:cNvSpPr>
          <p:nvPr>
            <p:ph type="body" sz="quarter" idx="23"/>
          </p:nvPr>
        </p:nvSpPr>
        <p:spPr>
          <a:xfrm>
            <a:off x="457200" y="4630738"/>
            <a:ext cx="8229600" cy="339725"/>
          </a:xfrm>
        </p:spPr>
        <p:txBody>
          <a:bodyPr/>
          <a:lstStyle>
            <a:lvl1pPr indent="-255600">
              <a:defRPr sz="2400">
                <a:latin typeface="+mn-lt"/>
              </a:defRPr>
            </a:lvl1pPr>
            <a:lvl2pPr>
              <a:defRPr sz="2400">
                <a:latin typeface="+mn-lt"/>
              </a:defRPr>
            </a:lvl2pPr>
            <a:lvl3pPr>
              <a:defRPr sz="2400">
                <a:latin typeface="+mn-lt"/>
              </a:defRPr>
            </a:lvl3pPr>
            <a:lvl4pPr>
              <a:defRPr sz="2400">
                <a:latin typeface="+mn-lt"/>
              </a:defRPr>
            </a:lvl4pPr>
            <a:lvl5pPr>
              <a:defRPr sz="2400">
                <a:latin typeface="+mn-lt"/>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24" name="Text Placeholder 23"/>
          <p:cNvSpPr>
            <a:spLocks noGrp="1"/>
          </p:cNvSpPr>
          <p:nvPr>
            <p:ph type="body" sz="quarter" idx="24"/>
          </p:nvPr>
        </p:nvSpPr>
        <p:spPr>
          <a:xfrm>
            <a:off x="457200" y="4970463"/>
            <a:ext cx="8229600" cy="293687"/>
          </a:xfrm>
        </p:spPr>
        <p:txBody>
          <a:bodyPr/>
          <a:lstStyle>
            <a:lvl1pPr indent="-255600">
              <a:defRPr sz="2400">
                <a:latin typeface="+mn-lt"/>
              </a:defRPr>
            </a:lvl1pPr>
            <a:lvl2pPr>
              <a:defRPr sz="2400">
                <a:latin typeface="+mn-lt"/>
              </a:defRPr>
            </a:lvl2pPr>
            <a:lvl3pPr>
              <a:defRPr sz="2400">
                <a:latin typeface="+mn-lt"/>
              </a:defRPr>
            </a:lvl3pPr>
            <a:lvl4pPr>
              <a:defRPr sz="2400">
                <a:latin typeface="+mn-lt"/>
              </a:defRPr>
            </a:lvl4pPr>
            <a:lvl5pPr>
              <a:defRPr sz="2400">
                <a:latin typeface="+mn-lt"/>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27" name="Text Placeholder 26"/>
          <p:cNvSpPr>
            <a:spLocks noGrp="1"/>
          </p:cNvSpPr>
          <p:nvPr>
            <p:ph type="body" sz="quarter" idx="25"/>
          </p:nvPr>
        </p:nvSpPr>
        <p:spPr>
          <a:xfrm>
            <a:off x="457200" y="5264150"/>
            <a:ext cx="8229600" cy="339725"/>
          </a:xfrm>
        </p:spPr>
        <p:txBody>
          <a:bodyPr/>
          <a:lstStyle>
            <a:lvl1pPr indent="-255600">
              <a:defRPr sz="2400">
                <a:latin typeface="+mn-lt"/>
              </a:defRPr>
            </a:lvl1pPr>
            <a:lvl2pPr>
              <a:defRPr sz="2400">
                <a:latin typeface="+mn-lt"/>
              </a:defRPr>
            </a:lvl2pPr>
            <a:lvl3pPr>
              <a:defRPr sz="2400">
                <a:latin typeface="+mn-lt"/>
              </a:defRPr>
            </a:lvl3pPr>
            <a:lvl4pPr>
              <a:defRPr sz="2400">
                <a:latin typeface="+mn-lt"/>
              </a:defRPr>
            </a:lvl4pPr>
            <a:lvl5pPr>
              <a:defRPr sz="2400">
                <a:latin typeface="+mn-lt"/>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Tree>
    <p:extLst>
      <p:ext uri="{BB962C8B-B14F-4D97-AF65-F5344CB8AC3E}">
        <p14:creationId xmlns:p14="http://schemas.microsoft.com/office/powerpoint/2010/main" val="3573144346"/>
      </p:ext>
    </p:extLst>
  </p:cSld>
  <p:clrMapOvr>
    <a:masterClrMapping/>
  </p:clrMapOvr>
  <p:extLst>
    <p:ext uri="{DCECCB84-F9BA-43D5-87BE-67443E8EF086}">
      <p15:sldGuideLst xmlns:p15="http://schemas.microsoft.com/office/powerpoint/2012/main">
        <p15:guide id="1" orient="horz" pos="981">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_Figure + Caption">
    <p:spTree>
      <p:nvGrpSpPr>
        <p:cNvPr id="1" name="Shape 53"/>
        <p:cNvGrpSpPr/>
        <p:nvPr/>
      </p:nvGrpSpPr>
      <p:grpSpPr>
        <a:xfrm>
          <a:off x="0" y="0"/>
          <a:ext cx="0" cy="0"/>
          <a:chOff x="0" y="0"/>
          <a:chExt cx="0" cy="0"/>
        </a:xfrm>
      </p:grpSpPr>
      <p:sp>
        <p:nvSpPr>
          <p:cNvPr id="54" name="Tile Placeholder"/>
          <p:cNvSpPr txBox="1">
            <a:spLocks noGrp="1"/>
          </p:cNvSpPr>
          <p:nvPr>
            <p:ph type="title" hasCustomPrompt="1"/>
          </p:nvPr>
        </p:nvSpPr>
        <p:spPr>
          <a:xfrm>
            <a:off x="457200" y="241479"/>
            <a:ext cx="8229600" cy="106679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r>
              <a:rPr lang="en-US" dirty="0"/>
              <a:t>Click to add figure number and title</a:t>
            </a:r>
            <a:endParaRPr dirty="0"/>
          </a:p>
        </p:txBody>
      </p:sp>
      <p:sp>
        <p:nvSpPr>
          <p:cNvPr id="3" name="Picture Placeholder 2">
            <a:extLst>
              <a:ext uri="{FF2B5EF4-FFF2-40B4-BE49-F238E27FC236}">
                <a16:creationId xmlns:a16="http://schemas.microsoft.com/office/drawing/2014/main" id="{AD3CB993-AC2C-41C5-BFB7-F2499EC1A14C}"/>
              </a:ext>
            </a:extLst>
          </p:cNvPr>
          <p:cNvSpPr>
            <a:spLocks noGrp="1"/>
          </p:cNvSpPr>
          <p:nvPr>
            <p:ph type="pic" sz="quarter" idx="13"/>
          </p:nvPr>
        </p:nvSpPr>
        <p:spPr>
          <a:xfrm>
            <a:off x="457200" y="1564404"/>
            <a:ext cx="8232775" cy="3417887"/>
          </a:xfrm>
        </p:spPr>
        <p:txBody>
          <a:bodyPr/>
          <a:lstStyle/>
          <a:p>
            <a:endParaRPr lang="en-US" dirty="0"/>
          </a:p>
        </p:txBody>
      </p:sp>
      <p:sp>
        <p:nvSpPr>
          <p:cNvPr id="55" name="Content Placeholder"/>
          <p:cNvSpPr txBox="1">
            <a:spLocks noGrp="1"/>
          </p:cNvSpPr>
          <p:nvPr>
            <p:ph type="body" idx="1" hasCustomPrompt="1"/>
          </p:nvPr>
        </p:nvSpPr>
        <p:spPr>
          <a:xfrm>
            <a:off x="457200" y="5102487"/>
            <a:ext cx="8229600" cy="1018367"/>
          </a:xfrm>
          <a:prstGeom prst="rect">
            <a:avLst/>
          </a:prstGeom>
          <a:noFill/>
          <a:ln>
            <a:noFill/>
          </a:ln>
        </p:spPr>
        <p:txBody>
          <a:bodyPr lIns="91425" tIns="91425" rIns="91425" bIns="91425" anchor="b" anchorCtr="0"/>
          <a:lstStyle>
            <a:lvl1pPr marL="0" marR="0" lvl="0" indent="0" algn="l" rtl="0">
              <a:spcBef>
                <a:spcPts val="0"/>
              </a:spcBef>
              <a:buClr>
                <a:srgbClr val="007FA3"/>
              </a:buClr>
              <a:buFont typeface="Arial"/>
              <a:buNone/>
              <a:defRPr sz="1200" b="0" i="0" u="none" strike="noStrike" cap="none">
                <a:solidFill>
                  <a:schemeClr val="dk1"/>
                </a:solidFill>
                <a:latin typeface="Arial"/>
                <a:ea typeface="Arial"/>
                <a:cs typeface="Arial"/>
                <a:sym typeface="Arial"/>
              </a:defRPr>
            </a:lvl1pPr>
            <a:lvl2pPr marL="0" marR="0" lvl="1"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2pPr>
            <a:lvl3pPr marL="0" marR="0" lvl="2" indent="0" algn="l" rtl="0">
              <a:spcBef>
                <a:spcPts val="0"/>
              </a:spcBef>
              <a:buClr>
                <a:srgbClr val="007FA3"/>
              </a:buClr>
              <a:buFont typeface="Noto Sans Symbols"/>
              <a:buNone/>
              <a:defRPr sz="1600" b="0" i="0" u="none" strike="noStrike" cap="none">
                <a:solidFill>
                  <a:schemeClr val="dk1"/>
                </a:solidFill>
                <a:latin typeface="Arial"/>
                <a:ea typeface="Arial"/>
                <a:cs typeface="Arial"/>
                <a:sym typeface="Arial"/>
              </a:defRPr>
            </a:lvl3pPr>
            <a:lvl4pPr marL="0" marR="0" lvl="3"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4pPr>
            <a:lvl5pPr marL="0" marR="0" lvl="4"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5pPr>
            <a:lvl6pPr marL="0" marR="0" lvl="5"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6pPr>
            <a:lvl7pPr marL="0" marR="0" lvl="6"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7pPr>
            <a:lvl8pPr marL="0" marR="0" lvl="7"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8pPr>
            <a:lvl9pPr marL="0" marR="0" lvl="8"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9pPr>
          </a:lstStyle>
          <a:p>
            <a:r>
              <a:rPr lang="en-US" dirty="0"/>
              <a:t>Click to add caption</a:t>
            </a:r>
            <a:endParaRPr dirty="0"/>
          </a:p>
        </p:txBody>
      </p:sp>
      <p:sp>
        <p:nvSpPr>
          <p:cNvPr id="57" name="Shape 57"/>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58" name="Shape 58"/>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dk1"/>
                </a:solidFill>
                <a:latin typeface="Arial"/>
                <a:ea typeface="Arial"/>
                <a:cs typeface="Arial"/>
                <a:sym typeface="Arial"/>
              </a:rPr>
              <a:t>‹#›</a:t>
            </a:fld>
            <a:endParaRPr lang="en-US" sz="9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188509755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2_Figure + Caption">
    <p:spTree>
      <p:nvGrpSpPr>
        <p:cNvPr id="1" name=""/>
        <p:cNvGrpSpPr/>
        <p:nvPr/>
      </p:nvGrpSpPr>
      <p:grpSpPr>
        <a:xfrm>
          <a:off x="0" y="0"/>
          <a:ext cx="0" cy="0"/>
          <a:chOff x="0" y="0"/>
          <a:chExt cx="0" cy="0"/>
        </a:xfrm>
      </p:grpSpPr>
      <p:sp>
        <p:nvSpPr>
          <p:cNvPr id="2" name="Title Placeholder">
            <a:extLst>
              <a:ext uri="{FF2B5EF4-FFF2-40B4-BE49-F238E27FC236}">
                <a16:creationId xmlns:a16="http://schemas.microsoft.com/office/drawing/2014/main" id="{14F033AD-BE5C-406D-991C-6AC56003E70C}"/>
              </a:ext>
            </a:extLst>
          </p:cNvPr>
          <p:cNvSpPr>
            <a:spLocks noGrp="1"/>
          </p:cNvSpPr>
          <p:nvPr>
            <p:ph type="title" hasCustomPrompt="1"/>
          </p:nvPr>
        </p:nvSpPr>
        <p:spPr/>
        <p:txBody>
          <a:bodyPr/>
          <a:lstStyle>
            <a:lvl1pPr>
              <a:defRPr sz="3600">
                <a:latin typeface="+mj-lt"/>
              </a:defRPr>
            </a:lvl1pPr>
          </a:lstStyle>
          <a:p>
            <a:r>
              <a:rPr lang="en-US" dirty="0"/>
              <a:t>Click to add figure number and title</a:t>
            </a:r>
          </a:p>
        </p:txBody>
      </p:sp>
      <p:sp>
        <p:nvSpPr>
          <p:cNvPr id="7" name="Content Placeholder 6">
            <a:extLst>
              <a:ext uri="{FF2B5EF4-FFF2-40B4-BE49-F238E27FC236}">
                <a16:creationId xmlns:a16="http://schemas.microsoft.com/office/drawing/2014/main" id="{9E6B7D3D-89C9-4133-8D8A-D779EB3D311D}"/>
              </a:ext>
            </a:extLst>
          </p:cNvPr>
          <p:cNvSpPr>
            <a:spLocks noGrp="1"/>
          </p:cNvSpPr>
          <p:nvPr>
            <p:ph sz="quarter" idx="13" hasCustomPrompt="1"/>
          </p:nvPr>
        </p:nvSpPr>
        <p:spPr>
          <a:xfrm>
            <a:off x="457200" y="1558412"/>
            <a:ext cx="4484688" cy="3754437"/>
          </a:xfrm>
        </p:spPr>
        <p:txBody>
          <a:bodyPr/>
          <a:lstStyle>
            <a:lvl1pPr>
              <a:defRPr/>
            </a:lvl1pPr>
          </a:lstStyle>
          <a:p>
            <a:pPr lvl="0"/>
            <a:r>
              <a:rPr lang="en-US" dirty="0"/>
              <a:t>Figure</a:t>
            </a:r>
          </a:p>
        </p:txBody>
      </p:sp>
      <p:sp>
        <p:nvSpPr>
          <p:cNvPr id="12" name="Content Placeholder 11">
            <a:extLst>
              <a:ext uri="{FF2B5EF4-FFF2-40B4-BE49-F238E27FC236}">
                <a16:creationId xmlns:a16="http://schemas.microsoft.com/office/drawing/2014/main" id="{5CAF3FDC-1BE7-4A19-A3D7-02B55407B90B}"/>
              </a:ext>
            </a:extLst>
          </p:cNvPr>
          <p:cNvSpPr>
            <a:spLocks noGrp="1"/>
          </p:cNvSpPr>
          <p:nvPr>
            <p:ph sz="quarter" idx="15"/>
          </p:nvPr>
        </p:nvSpPr>
        <p:spPr>
          <a:xfrm>
            <a:off x="5048250" y="1558412"/>
            <a:ext cx="3638550" cy="3754437"/>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Content Placeholder 7">
            <a:extLst>
              <a:ext uri="{FF2B5EF4-FFF2-40B4-BE49-F238E27FC236}">
                <a16:creationId xmlns:a16="http://schemas.microsoft.com/office/drawing/2014/main" id="{BF40E849-7663-4A75-9BC8-012C23AC44DF}"/>
              </a:ext>
            </a:extLst>
          </p:cNvPr>
          <p:cNvSpPr>
            <a:spLocks noGrp="1"/>
          </p:cNvSpPr>
          <p:nvPr>
            <p:ph sz="quarter" idx="14" hasCustomPrompt="1"/>
          </p:nvPr>
        </p:nvSpPr>
        <p:spPr>
          <a:xfrm>
            <a:off x="457200" y="5420799"/>
            <a:ext cx="8229600" cy="533400"/>
          </a:xfrm>
        </p:spPr>
        <p:txBody>
          <a:bodyPr/>
          <a:lstStyle>
            <a:lvl1pPr>
              <a:defRPr/>
            </a:lvl1pPr>
          </a:lstStyle>
          <a:p>
            <a:pPr lvl="0"/>
            <a:r>
              <a:rPr lang="en-US" dirty="0"/>
              <a:t>Caption</a:t>
            </a:r>
          </a:p>
        </p:txBody>
      </p:sp>
      <p:sp>
        <p:nvSpPr>
          <p:cNvPr id="3" name="Date Placeholder 2">
            <a:extLst>
              <a:ext uri="{FF2B5EF4-FFF2-40B4-BE49-F238E27FC236}">
                <a16:creationId xmlns:a16="http://schemas.microsoft.com/office/drawing/2014/main" id="{A50D4E5D-00F7-4DC6-9BB0-713B8A0DA354}"/>
              </a:ext>
            </a:extLst>
          </p:cNvPr>
          <p:cNvSpPr>
            <a:spLocks noGrp="1"/>
          </p:cNvSpPr>
          <p:nvPr>
            <p:ph type="dt" idx="10"/>
          </p:nvPr>
        </p:nvSpPr>
        <p:spPr/>
        <p:txBody>
          <a:bodyPr/>
          <a:lstStyle/>
          <a:p>
            <a:endParaRPr lang="en-US" dirty="0"/>
          </a:p>
        </p:txBody>
      </p:sp>
      <p:sp>
        <p:nvSpPr>
          <p:cNvPr id="4" name="Slide Number Placeholder 3">
            <a:extLst>
              <a:ext uri="{FF2B5EF4-FFF2-40B4-BE49-F238E27FC236}">
                <a16:creationId xmlns:a16="http://schemas.microsoft.com/office/drawing/2014/main" id="{18AF4094-2296-458C-908A-D778D0DF5AFA}"/>
              </a:ext>
            </a:extLst>
          </p:cNvPr>
          <p:cNvSpPr>
            <a:spLocks noGrp="1"/>
          </p:cNvSpPr>
          <p:nvPr>
            <p:ph type="sldNum" idx="11"/>
          </p:nvPr>
        </p:nvSpPr>
        <p:spPr/>
        <p:txBody>
          <a:bodyPr/>
          <a:lstStyle/>
          <a:p>
            <a:pPr marL="0" marR="0" lvl="0" indent="0" algn="r" rtl="0">
              <a:spcBef>
                <a:spcPts val="0"/>
              </a:spcBef>
              <a:buSzPct val="25000"/>
              <a:buNone/>
            </a:pPr>
            <a:fld id="{00000000-1234-1234-1234-123412341234}" type="slidenum">
              <a:rPr lang="en-US" sz="900" b="0" i="0" u="none" strike="noStrike" cap="none" smtClean="0">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Tree>
    <p:extLst>
      <p:ext uri="{BB962C8B-B14F-4D97-AF65-F5344CB8AC3E}">
        <p14:creationId xmlns:p14="http://schemas.microsoft.com/office/powerpoint/2010/main" val="166042820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Label Layout 1">
    <p:spTree>
      <p:nvGrpSpPr>
        <p:cNvPr id="1" name=""/>
        <p:cNvGrpSpPr/>
        <p:nvPr/>
      </p:nvGrpSpPr>
      <p:grpSpPr>
        <a:xfrm>
          <a:off x="0" y="0"/>
          <a:ext cx="0" cy="0"/>
          <a:chOff x="0" y="0"/>
          <a:chExt cx="0" cy="0"/>
        </a:xfrm>
      </p:grpSpPr>
      <p:sp>
        <p:nvSpPr>
          <p:cNvPr id="2" name="Title Placeholder">
            <a:extLst>
              <a:ext uri="{FF2B5EF4-FFF2-40B4-BE49-F238E27FC236}">
                <a16:creationId xmlns:a16="http://schemas.microsoft.com/office/drawing/2014/main" id="{065091D3-E16C-46AB-9A90-0F52CA812534}"/>
              </a:ext>
            </a:extLst>
          </p:cNvPr>
          <p:cNvSpPr>
            <a:spLocks noGrp="1"/>
          </p:cNvSpPr>
          <p:nvPr>
            <p:ph type="title" hasCustomPrompt="1"/>
          </p:nvPr>
        </p:nvSpPr>
        <p:spPr/>
        <p:txBody>
          <a:bodyPr/>
          <a:lstStyle>
            <a:lvl1pPr>
              <a:defRPr sz="3600">
                <a:latin typeface="+mj-lt"/>
              </a:defRPr>
            </a:lvl1pPr>
          </a:lstStyle>
          <a:p>
            <a:r>
              <a:rPr lang="en-US" dirty="0"/>
              <a:t>Click to add title</a:t>
            </a:r>
          </a:p>
        </p:txBody>
      </p:sp>
      <p:sp>
        <p:nvSpPr>
          <p:cNvPr id="7" name="Image title">
            <a:extLst>
              <a:ext uri="{FF2B5EF4-FFF2-40B4-BE49-F238E27FC236}">
                <a16:creationId xmlns:a16="http://schemas.microsoft.com/office/drawing/2014/main" id="{CB345607-C53C-44AF-8929-3BDC4C617AB6}"/>
              </a:ext>
            </a:extLst>
          </p:cNvPr>
          <p:cNvSpPr>
            <a:spLocks noGrp="1"/>
          </p:cNvSpPr>
          <p:nvPr>
            <p:ph type="body" sz="quarter" idx="13" hasCustomPrompt="1"/>
          </p:nvPr>
        </p:nvSpPr>
        <p:spPr>
          <a:xfrm>
            <a:off x="2982913" y="4359275"/>
            <a:ext cx="3482975" cy="600075"/>
          </a:xfrm>
        </p:spPr>
        <p:txBody>
          <a:bodyPr/>
          <a:lstStyle>
            <a:lvl1pPr marL="101600" indent="0">
              <a:buNone/>
              <a:defRPr/>
            </a:lvl1pPr>
          </a:lstStyle>
          <a:p>
            <a:pPr lvl="0"/>
            <a:r>
              <a:rPr lang="en-US" dirty="0"/>
              <a:t>Image title</a:t>
            </a:r>
          </a:p>
        </p:txBody>
      </p:sp>
      <p:sp>
        <p:nvSpPr>
          <p:cNvPr id="9" name="Image">
            <a:extLst>
              <a:ext uri="{FF2B5EF4-FFF2-40B4-BE49-F238E27FC236}">
                <a16:creationId xmlns:a16="http://schemas.microsoft.com/office/drawing/2014/main" id="{C2661E64-2E71-47E6-A5A0-AC5348C08F51}"/>
              </a:ext>
            </a:extLst>
          </p:cNvPr>
          <p:cNvSpPr>
            <a:spLocks noGrp="1"/>
          </p:cNvSpPr>
          <p:nvPr>
            <p:ph type="pic" sz="quarter" idx="14" hasCustomPrompt="1"/>
          </p:nvPr>
        </p:nvSpPr>
        <p:spPr>
          <a:xfrm>
            <a:off x="2982912" y="1681163"/>
            <a:ext cx="3482975" cy="2559050"/>
          </a:xfrm>
        </p:spPr>
        <p:txBody>
          <a:bodyPr/>
          <a:lstStyle>
            <a:lvl1pPr marL="101600" indent="0">
              <a:buNone/>
              <a:defRPr/>
            </a:lvl1pPr>
          </a:lstStyle>
          <a:p>
            <a:r>
              <a:rPr lang="en-US" dirty="0"/>
              <a:t>Image</a:t>
            </a:r>
          </a:p>
        </p:txBody>
      </p:sp>
      <p:sp>
        <p:nvSpPr>
          <p:cNvPr id="11" name="Label 1">
            <a:extLst>
              <a:ext uri="{FF2B5EF4-FFF2-40B4-BE49-F238E27FC236}">
                <a16:creationId xmlns:a16="http://schemas.microsoft.com/office/drawing/2014/main" id="{3D0F2ED9-E212-40DC-A528-BE4A28DE88FD}"/>
              </a:ext>
            </a:extLst>
          </p:cNvPr>
          <p:cNvSpPr>
            <a:spLocks noGrp="1"/>
          </p:cNvSpPr>
          <p:nvPr>
            <p:ph type="body" sz="quarter" idx="15" hasCustomPrompt="1"/>
          </p:nvPr>
        </p:nvSpPr>
        <p:spPr>
          <a:xfrm>
            <a:off x="808109" y="1681163"/>
            <a:ext cx="1220716" cy="627062"/>
          </a:xfrm>
        </p:spPr>
        <p:txBody>
          <a:bodyPr/>
          <a:lstStyle>
            <a:lvl1pPr marL="101600" indent="0">
              <a:buNone/>
              <a:defRPr/>
            </a:lvl1pPr>
          </a:lstStyle>
          <a:p>
            <a:pPr lvl="0"/>
            <a:r>
              <a:rPr lang="en-US" dirty="0"/>
              <a:t>Label 1</a:t>
            </a:r>
          </a:p>
        </p:txBody>
      </p:sp>
      <p:sp>
        <p:nvSpPr>
          <p:cNvPr id="13" name="Label 2">
            <a:extLst>
              <a:ext uri="{FF2B5EF4-FFF2-40B4-BE49-F238E27FC236}">
                <a16:creationId xmlns:a16="http://schemas.microsoft.com/office/drawing/2014/main" id="{E8D9AEEF-5E99-48D4-B8C3-C5A995764DCA}"/>
              </a:ext>
            </a:extLst>
          </p:cNvPr>
          <p:cNvSpPr>
            <a:spLocks noGrp="1"/>
          </p:cNvSpPr>
          <p:nvPr>
            <p:ph type="body" sz="quarter" idx="16" hasCustomPrompt="1"/>
          </p:nvPr>
        </p:nvSpPr>
        <p:spPr>
          <a:xfrm>
            <a:off x="808109" y="2647157"/>
            <a:ext cx="1206500" cy="627062"/>
          </a:xfrm>
        </p:spPr>
        <p:txBody>
          <a:bodyPr/>
          <a:lstStyle>
            <a:lvl1pPr marL="101600" indent="0">
              <a:buNone/>
              <a:defRPr/>
            </a:lvl1pPr>
          </a:lstStyle>
          <a:p>
            <a:pPr lvl="0"/>
            <a:r>
              <a:rPr lang="en-US" dirty="0"/>
              <a:t>Label 2</a:t>
            </a:r>
          </a:p>
        </p:txBody>
      </p:sp>
      <p:sp>
        <p:nvSpPr>
          <p:cNvPr id="15" name="Label 3">
            <a:extLst>
              <a:ext uri="{FF2B5EF4-FFF2-40B4-BE49-F238E27FC236}">
                <a16:creationId xmlns:a16="http://schemas.microsoft.com/office/drawing/2014/main" id="{99D329CE-18C4-40A9-A508-1684979AC205}"/>
              </a:ext>
            </a:extLst>
          </p:cNvPr>
          <p:cNvSpPr>
            <a:spLocks noGrp="1"/>
          </p:cNvSpPr>
          <p:nvPr>
            <p:ph type="body" sz="quarter" idx="17" hasCustomPrompt="1"/>
          </p:nvPr>
        </p:nvSpPr>
        <p:spPr>
          <a:xfrm>
            <a:off x="808109" y="3613151"/>
            <a:ext cx="1206500" cy="627062"/>
          </a:xfrm>
        </p:spPr>
        <p:txBody>
          <a:bodyPr/>
          <a:lstStyle>
            <a:lvl1pPr marL="101600" indent="0">
              <a:buNone/>
              <a:defRPr/>
            </a:lvl1pPr>
          </a:lstStyle>
          <a:p>
            <a:pPr lvl="0"/>
            <a:r>
              <a:rPr lang="en-US" dirty="0"/>
              <a:t>Label 3</a:t>
            </a:r>
          </a:p>
        </p:txBody>
      </p:sp>
      <p:sp>
        <p:nvSpPr>
          <p:cNvPr id="17" name="Label 4">
            <a:extLst>
              <a:ext uri="{FF2B5EF4-FFF2-40B4-BE49-F238E27FC236}">
                <a16:creationId xmlns:a16="http://schemas.microsoft.com/office/drawing/2014/main" id="{AAE735D1-F9F4-4525-9ED5-F10A99DECCB8}"/>
              </a:ext>
            </a:extLst>
          </p:cNvPr>
          <p:cNvSpPr>
            <a:spLocks noGrp="1"/>
          </p:cNvSpPr>
          <p:nvPr>
            <p:ph type="body" sz="quarter" idx="18" hasCustomPrompt="1"/>
          </p:nvPr>
        </p:nvSpPr>
        <p:spPr>
          <a:xfrm>
            <a:off x="7381874" y="1681163"/>
            <a:ext cx="1304925" cy="627062"/>
          </a:xfrm>
        </p:spPr>
        <p:txBody>
          <a:bodyPr/>
          <a:lstStyle>
            <a:lvl1pPr marL="101600" indent="0">
              <a:buNone/>
              <a:defRPr/>
            </a:lvl1pPr>
          </a:lstStyle>
          <a:p>
            <a:pPr lvl="0"/>
            <a:r>
              <a:rPr lang="en-US" dirty="0"/>
              <a:t>Label 4</a:t>
            </a:r>
          </a:p>
        </p:txBody>
      </p:sp>
      <p:sp>
        <p:nvSpPr>
          <p:cNvPr id="19" name="Label 5">
            <a:extLst>
              <a:ext uri="{FF2B5EF4-FFF2-40B4-BE49-F238E27FC236}">
                <a16:creationId xmlns:a16="http://schemas.microsoft.com/office/drawing/2014/main" id="{43259E0C-9247-446E-9183-FBF70F8FD41C}"/>
              </a:ext>
            </a:extLst>
          </p:cNvPr>
          <p:cNvSpPr>
            <a:spLocks noGrp="1"/>
          </p:cNvSpPr>
          <p:nvPr>
            <p:ph type="body" sz="quarter" idx="19" hasCustomPrompt="1"/>
          </p:nvPr>
        </p:nvSpPr>
        <p:spPr>
          <a:xfrm>
            <a:off x="7381874" y="2651590"/>
            <a:ext cx="1304925" cy="618196"/>
          </a:xfrm>
        </p:spPr>
        <p:txBody>
          <a:bodyPr/>
          <a:lstStyle>
            <a:lvl1pPr marL="101600" indent="0">
              <a:buNone/>
              <a:defRPr/>
            </a:lvl1pPr>
          </a:lstStyle>
          <a:p>
            <a:pPr lvl="0"/>
            <a:r>
              <a:rPr lang="en-US" dirty="0"/>
              <a:t>Label 5</a:t>
            </a:r>
          </a:p>
        </p:txBody>
      </p:sp>
      <p:sp>
        <p:nvSpPr>
          <p:cNvPr id="21" name="Label 6">
            <a:extLst>
              <a:ext uri="{FF2B5EF4-FFF2-40B4-BE49-F238E27FC236}">
                <a16:creationId xmlns:a16="http://schemas.microsoft.com/office/drawing/2014/main" id="{111F58DF-A1C1-4DD6-ADE5-FC54A39F6757}"/>
              </a:ext>
            </a:extLst>
          </p:cNvPr>
          <p:cNvSpPr>
            <a:spLocks noGrp="1"/>
          </p:cNvSpPr>
          <p:nvPr>
            <p:ph type="body" sz="quarter" idx="20" hasCustomPrompt="1"/>
          </p:nvPr>
        </p:nvSpPr>
        <p:spPr>
          <a:xfrm>
            <a:off x="7381874" y="3613151"/>
            <a:ext cx="1304925" cy="627063"/>
          </a:xfrm>
        </p:spPr>
        <p:txBody>
          <a:bodyPr/>
          <a:lstStyle>
            <a:lvl1pPr marL="101600" indent="0">
              <a:buNone/>
              <a:defRPr/>
            </a:lvl1pPr>
          </a:lstStyle>
          <a:p>
            <a:pPr lvl="0"/>
            <a:r>
              <a:rPr lang="en-US" dirty="0"/>
              <a:t>Label 6</a:t>
            </a:r>
          </a:p>
        </p:txBody>
      </p:sp>
      <p:sp>
        <p:nvSpPr>
          <p:cNvPr id="3" name="Date Placeholder 2">
            <a:extLst>
              <a:ext uri="{FF2B5EF4-FFF2-40B4-BE49-F238E27FC236}">
                <a16:creationId xmlns:a16="http://schemas.microsoft.com/office/drawing/2014/main" id="{D0CEC9E9-2CDA-42DF-A6E1-55B455A7E67B}"/>
              </a:ext>
            </a:extLst>
          </p:cNvPr>
          <p:cNvSpPr>
            <a:spLocks noGrp="1"/>
          </p:cNvSpPr>
          <p:nvPr>
            <p:ph type="dt" idx="10"/>
          </p:nvPr>
        </p:nvSpPr>
        <p:spPr/>
        <p:txBody>
          <a:bodyPr/>
          <a:lstStyle/>
          <a:p>
            <a:endParaRPr lang="en-US" dirty="0"/>
          </a:p>
        </p:txBody>
      </p:sp>
      <p:sp>
        <p:nvSpPr>
          <p:cNvPr id="4" name="Slide Number Placeholder 3">
            <a:extLst>
              <a:ext uri="{FF2B5EF4-FFF2-40B4-BE49-F238E27FC236}">
                <a16:creationId xmlns:a16="http://schemas.microsoft.com/office/drawing/2014/main" id="{5429F10E-ACBA-4EA4-B23A-AC32FC5A681B}"/>
              </a:ext>
            </a:extLst>
          </p:cNvPr>
          <p:cNvSpPr>
            <a:spLocks noGrp="1"/>
          </p:cNvSpPr>
          <p:nvPr>
            <p:ph type="sldNum" idx="11"/>
          </p:nvPr>
        </p:nvSpPr>
        <p:spPr/>
        <p:txBody>
          <a:bodyPr/>
          <a:lstStyle/>
          <a:p>
            <a:pPr marL="0" marR="0" lvl="0" indent="0" algn="r" rtl="0">
              <a:spcBef>
                <a:spcPts val="0"/>
              </a:spcBef>
              <a:buSzPct val="25000"/>
              <a:buNone/>
            </a:pPr>
            <a:fld id="{00000000-1234-1234-1234-123412341234}" type="slidenum">
              <a:rPr lang="en-US" sz="900" b="0" i="0" u="none" strike="noStrike" cap="none" smtClean="0">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Tree>
    <p:extLst>
      <p:ext uri="{BB962C8B-B14F-4D97-AF65-F5344CB8AC3E}">
        <p14:creationId xmlns:p14="http://schemas.microsoft.com/office/powerpoint/2010/main" val="202789916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Label Layout 2">
    <p:spTree>
      <p:nvGrpSpPr>
        <p:cNvPr id="1" name=""/>
        <p:cNvGrpSpPr/>
        <p:nvPr/>
      </p:nvGrpSpPr>
      <p:grpSpPr>
        <a:xfrm>
          <a:off x="0" y="0"/>
          <a:ext cx="0" cy="0"/>
          <a:chOff x="0" y="0"/>
          <a:chExt cx="0" cy="0"/>
        </a:xfrm>
      </p:grpSpPr>
      <p:sp>
        <p:nvSpPr>
          <p:cNvPr id="2" name="Title Placeholder">
            <a:extLst>
              <a:ext uri="{FF2B5EF4-FFF2-40B4-BE49-F238E27FC236}">
                <a16:creationId xmlns:a16="http://schemas.microsoft.com/office/drawing/2014/main" id="{5AF36A59-5DE4-46F3-8035-460E546D5673}"/>
              </a:ext>
            </a:extLst>
          </p:cNvPr>
          <p:cNvSpPr>
            <a:spLocks noGrp="1"/>
          </p:cNvSpPr>
          <p:nvPr>
            <p:ph type="title"/>
          </p:nvPr>
        </p:nvSpPr>
        <p:spPr/>
        <p:txBody>
          <a:bodyPr/>
          <a:lstStyle>
            <a:lvl1pPr>
              <a:defRPr sz="3600">
                <a:latin typeface="+mj-lt"/>
              </a:defRPr>
            </a:lvl1pPr>
          </a:lstStyle>
          <a:p>
            <a:r>
              <a:rPr lang="en-US" dirty="0"/>
              <a:t>Click to edit Master title style</a:t>
            </a:r>
          </a:p>
        </p:txBody>
      </p:sp>
      <p:sp>
        <p:nvSpPr>
          <p:cNvPr id="7" name="Image 1 title">
            <a:extLst>
              <a:ext uri="{FF2B5EF4-FFF2-40B4-BE49-F238E27FC236}">
                <a16:creationId xmlns:a16="http://schemas.microsoft.com/office/drawing/2014/main" id="{2BEC12FB-EC67-436F-875F-0A306862EF78}"/>
              </a:ext>
            </a:extLst>
          </p:cNvPr>
          <p:cNvSpPr>
            <a:spLocks noGrp="1"/>
          </p:cNvSpPr>
          <p:nvPr>
            <p:ph type="body" sz="quarter" idx="13" hasCustomPrompt="1"/>
          </p:nvPr>
        </p:nvSpPr>
        <p:spPr>
          <a:xfrm>
            <a:off x="457201" y="4392613"/>
            <a:ext cx="2107323" cy="504825"/>
          </a:xfrm>
        </p:spPr>
        <p:txBody>
          <a:bodyPr/>
          <a:lstStyle>
            <a:lvl1pPr marL="101600" indent="0">
              <a:buNone/>
              <a:defRPr/>
            </a:lvl1pPr>
          </a:lstStyle>
          <a:p>
            <a:pPr lvl="0"/>
            <a:r>
              <a:rPr lang="en-US" dirty="0"/>
              <a:t>Image 1 title</a:t>
            </a:r>
          </a:p>
        </p:txBody>
      </p:sp>
      <p:sp>
        <p:nvSpPr>
          <p:cNvPr id="9" name="Image 1">
            <a:extLst>
              <a:ext uri="{FF2B5EF4-FFF2-40B4-BE49-F238E27FC236}">
                <a16:creationId xmlns:a16="http://schemas.microsoft.com/office/drawing/2014/main" id="{1E9C9C32-F8ED-4AA8-AA00-26A2357E73E9}"/>
              </a:ext>
            </a:extLst>
          </p:cNvPr>
          <p:cNvSpPr>
            <a:spLocks noGrp="1"/>
          </p:cNvSpPr>
          <p:nvPr>
            <p:ph type="pic" sz="quarter" idx="14" hasCustomPrompt="1"/>
          </p:nvPr>
        </p:nvSpPr>
        <p:spPr>
          <a:xfrm>
            <a:off x="457200" y="1817688"/>
            <a:ext cx="2107324" cy="2386012"/>
          </a:xfrm>
        </p:spPr>
        <p:txBody>
          <a:bodyPr/>
          <a:lstStyle>
            <a:lvl1pPr marL="101600" indent="0">
              <a:buNone/>
              <a:defRPr/>
            </a:lvl1pPr>
          </a:lstStyle>
          <a:p>
            <a:r>
              <a:rPr lang="en-US" dirty="0"/>
              <a:t>Image 1</a:t>
            </a:r>
          </a:p>
        </p:txBody>
      </p:sp>
      <p:sp>
        <p:nvSpPr>
          <p:cNvPr id="11" name="Label 1.1">
            <a:extLst>
              <a:ext uri="{FF2B5EF4-FFF2-40B4-BE49-F238E27FC236}">
                <a16:creationId xmlns:a16="http://schemas.microsoft.com/office/drawing/2014/main" id="{BD50A136-2F5A-4764-ADDC-D48D703981CC}"/>
              </a:ext>
            </a:extLst>
          </p:cNvPr>
          <p:cNvSpPr>
            <a:spLocks noGrp="1"/>
          </p:cNvSpPr>
          <p:nvPr>
            <p:ph type="body" sz="quarter" idx="15" hasCustomPrompt="1"/>
          </p:nvPr>
        </p:nvSpPr>
        <p:spPr>
          <a:xfrm>
            <a:off x="2774622" y="1794947"/>
            <a:ext cx="1534619" cy="591855"/>
          </a:xfrm>
        </p:spPr>
        <p:txBody>
          <a:bodyPr/>
          <a:lstStyle>
            <a:lvl1pPr marL="101600" indent="0">
              <a:buNone/>
              <a:defRPr/>
            </a:lvl1pPr>
          </a:lstStyle>
          <a:p>
            <a:pPr lvl="0"/>
            <a:r>
              <a:rPr lang="en-US" dirty="0"/>
              <a:t>Label 1.1</a:t>
            </a:r>
          </a:p>
        </p:txBody>
      </p:sp>
      <p:sp>
        <p:nvSpPr>
          <p:cNvPr id="13" name="Label 1.2">
            <a:extLst>
              <a:ext uri="{FF2B5EF4-FFF2-40B4-BE49-F238E27FC236}">
                <a16:creationId xmlns:a16="http://schemas.microsoft.com/office/drawing/2014/main" id="{16926224-3F90-4884-9AC1-A5381D78801B}"/>
              </a:ext>
            </a:extLst>
          </p:cNvPr>
          <p:cNvSpPr>
            <a:spLocks noGrp="1"/>
          </p:cNvSpPr>
          <p:nvPr>
            <p:ph type="body" sz="quarter" idx="16" hasCustomPrompt="1"/>
          </p:nvPr>
        </p:nvSpPr>
        <p:spPr>
          <a:xfrm>
            <a:off x="2774622" y="2707481"/>
            <a:ext cx="1534619" cy="606425"/>
          </a:xfrm>
        </p:spPr>
        <p:txBody>
          <a:bodyPr/>
          <a:lstStyle>
            <a:lvl1pPr marL="101600" indent="0">
              <a:buNone/>
              <a:defRPr/>
            </a:lvl1pPr>
          </a:lstStyle>
          <a:p>
            <a:pPr lvl="0"/>
            <a:r>
              <a:rPr lang="en-US" dirty="0"/>
              <a:t>Label 1.2</a:t>
            </a:r>
          </a:p>
        </p:txBody>
      </p:sp>
      <p:sp>
        <p:nvSpPr>
          <p:cNvPr id="15" name="Label 1.3">
            <a:extLst>
              <a:ext uri="{FF2B5EF4-FFF2-40B4-BE49-F238E27FC236}">
                <a16:creationId xmlns:a16="http://schemas.microsoft.com/office/drawing/2014/main" id="{D4719473-9C3F-493C-B20E-27CDBBA38B68}"/>
              </a:ext>
            </a:extLst>
          </p:cNvPr>
          <p:cNvSpPr>
            <a:spLocks noGrp="1"/>
          </p:cNvSpPr>
          <p:nvPr>
            <p:ph type="body" sz="quarter" idx="17" hasCustomPrompt="1"/>
          </p:nvPr>
        </p:nvSpPr>
        <p:spPr>
          <a:xfrm>
            <a:off x="2774622" y="3597275"/>
            <a:ext cx="1534619" cy="606425"/>
          </a:xfrm>
        </p:spPr>
        <p:txBody>
          <a:bodyPr/>
          <a:lstStyle>
            <a:lvl1pPr marL="101600" indent="0">
              <a:buNone/>
              <a:defRPr/>
            </a:lvl1pPr>
          </a:lstStyle>
          <a:p>
            <a:pPr lvl="0"/>
            <a:r>
              <a:rPr lang="en-US" dirty="0"/>
              <a:t>Label 1.3</a:t>
            </a:r>
          </a:p>
        </p:txBody>
      </p:sp>
      <p:sp>
        <p:nvSpPr>
          <p:cNvPr id="17" name="Image 2 title">
            <a:extLst>
              <a:ext uri="{FF2B5EF4-FFF2-40B4-BE49-F238E27FC236}">
                <a16:creationId xmlns:a16="http://schemas.microsoft.com/office/drawing/2014/main" id="{DC526974-AF8C-4228-AAAA-33D0B8AB71C7}"/>
              </a:ext>
            </a:extLst>
          </p:cNvPr>
          <p:cNvSpPr>
            <a:spLocks noGrp="1"/>
          </p:cNvSpPr>
          <p:nvPr>
            <p:ph type="body" sz="quarter" idx="18" hasCustomPrompt="1"/>
          </p:nvPr>
        </p:nvSpPr>
        <p:spPr>
          <a:xfrm>
            <a:off x="4931596" y="4347439"/>
            <a:ext cx="2107323" cy="504825"/>
          </a:xfrm>
        </p:spPr>
        <p:txBody>
          <a:bodyPr/>
          <a:lstStyle>
            <a:lvl1pPr marL="101600" indent="0">
              <a:buNone/>
              <a:defRPr/>
            </a:lvl1pPr>
          </a:lstStyle>
          <a:p>
            <a:pPr lvl="0"/>
            <a:r>
              <a:rPr lang="en-US" dirty="0"/>
              <a:t>Image 2 title</a:t>
            </a:r>
          </a:p>
        </p:txBody>
      </p:sp>
      <p:sp>
        <p:nvSpPr>
          <p:cNvPr id="19" name="Image 2">
            <a:extLst>
              <a:ext uri="{FF2B5EF4-FFF2-40B4-BE49-F238E27FC236}">
                <a16:creationId xmlns:a16="http://schemas.microsoft.com/office/drawing/2014/main" id="{812D2BB4-4991-47F8-9E82-9C9B41B052FB}"/>
              </a:ext>
            </a:extLst>
          </p:cNvPr>
          <p:cNvSpPr>
            <a:spLocks noGrp="1"/>
          </p:cNvSpPr>
          <p:nvPr>
            <p:ph type="pic" sz="quarter" idx="19" hasCustomPrompt="1"/>
          </p:nvPr>
        </p:nvSpPr>
        <p:spPr>
          <a:xfrm>
            <a:off x="4931596" y="1806537"/>
            <a:ext cx="2107323" cy="2397164"/>
          </a:xfrm>
        </p:spPr>
        <p:txBody>
          <a:bodyPr/>
          <a:lstStyle>
            <a:lvl1pPr marL="101600" indent="0">
              <a:buNone/>
              <a:defRPr/>
            </a:lvl1pPr>
          </a:lstStyle>
          <a:p>
            <a:r>
              <a:rPr lang="en-US" dirty="0"/>
              <a:t>Image 2</a:t>
            </a:r>
          </a:p>
        </p:txBody>
      </p:sp>
      <p:sp>
        <p:nvSpPr>
          <p:cNvPr id="21" name="Label 2.1">
            <a:extLst>
              <a:ext uri="{FF2B5EF4-FFF2-40B4-BE49-F238E27FC236}">
                <a16:creationId xmlns:a16="http://schemas.microsoft.com/office/drawing/2014/main" id="{15D9E78D-62D4-4D7C-8E37-E1A000DA23A2}"/>
              </a:ext>
            </a:extLst>
          </p:cNvPr>
          <p:cNvSpPr>
            <a:spLocks noGrp="1"/>
          </p:cNvSpPr>
          <p:nvPr>
            <p:ph type="body" sz="quarter" idx="20" hasCustomPrompt="1"/>
          </p:nvPr>
        </p:nvSpPr>
        <p:spPr>
          <a:xfrm>
            <a:off x="7304580" y="1794947"/>
            <a:ext cx="1534619" cy="608524"/>
          </a:xfrm>
        </p:spPr>
        <p:txBody>
          <a:bodyPr/>
          <a:lstStyle>
            <a:lvl1pPr marL="101600" indent="0">
              <a:buNone/>
              <a:defRPr/>
            </a:lvl1pPr>
          </a:lstStyle>
          <a:p>
            <a:pPr lvl="0"/>
            <a:r>
              <a:rPr lang="en-US" dirty="0"/>
              <a:t>Label 2.1</a:t>
            </a:r>
          </a:p>
        </p:txBody>
      </p:sp>
      <p:sp>
        <p:nvSpPr>
          <p:cNvPr id="23" name="Label 2.2">
            <a:extLst>
              <a:ext uri="{FF2B5EF4-FFF2-40B4-BE49-F238E27FC236}">
                <a16:creationId xmlns:a16="http://schemas.microsoft.com/office/drawing/2014/main" id="{0ECEA5DA-0702-46DA-A4DD-66B7E7FF424B}"/>
              </a:ext>
            </a:extLst>
          </p:cNvPr>
          <p:cNvSpPr>
            <a:spLocks noGrp="1"/>
          </p:cNvSpPr>
          <p:nvPr>
            <p:ph type="body" sz="quarter" idx="21" hasCustomPrompt="1"/>
          </p:nvPr>
        </p:nvSpPr>
        <p:spPr>
          <a:xfrm>
            <a:off x="7304579" y="2707481"/>
            <a:ext cx="1534619" cy="608524"/>
          </a:xfrm>
        </p:spPr>
        <p:txBody>
          <a:bodyPr/>
          <a:lstStyle>
            <a:lvl1pPr marL="101600" indent="0">
              <a:buNone/>
              <a:defRPr/>
            </a:lvl1pPr>
          </a:lstStyle>
          <a:p>
            <a:pPr lvl="0"/>
            <a:r>
              <a:rPr lang="en-US" dirty="0"/>
              <a:t>Label 2.2</a:t>
            </a:r>
          </a:p>
        </p:txBody>
      </p:sp>
      <p:sp>
        <p:nvSpPr>
          <p:cNvPr id="25" name="Label 2.3">
            <a:extLst>
              <a:ext uri="{FF2B5EF4-FFF2-40B4-BE49-F238E27FC236}">
                <a16:creationId xmlns:a16="http://schemas.microsoft.com/office/drawing/2014/main" id="{64C63D68-E200-46DF-8E34-92DC66FE879B}"/>
              </a:ext>
            </a:extLst>
          </p:cNvPr>
          <p:cNvSpPr>
            <a:spLocks noGrp="1"/>
          </p:cNvSpPr>
          <p:nvPr>
            <p:ph type="body" sz="quarter" idx="22" hasCustomPrompt="1"/>
          </p:nvPr>
        </p:nvSpPr>
        <p:spPr>
          <a:xfrm>
            <a:off x="7304579" y="3579818"/>
            <a:ext cx="1534620" cy="608524"/>
          </a:xfrm>
        </p:spPr>
        <p:txBody>
          <a:bodyPr/>
          <a:lstStyle>
            <a:lvl1pPr marL="101600" indent="0">
              <a:buNone/>
              <a:defRPr/>
            </a:lvl1pPr>
          </a:lstStyle>
          <a:p>
            <a:pPr lvl="0"/>
            <a:r>
              <a:rPr lang="en-US" dirty="0"/>
              <a:t>Label 2.3</a:t>
            </a:r>
          </a:p>
        </p:txBody>
      </p:sp>
      <p:sp>
        <p:nvSpPr>
          <p:cNvPr id="3" name="Date Placeholder 2">
            <a:extLst>
              <a:ext uri="{FF2B5EF4-FFF2-40B4-BE49-F238E27FC236}">
                <a16:creationId xmlns:a16="http://schemas.microsoft.com/office/drawing/2014/main" id="{D8A4DA0A-BA94-4C4E-A521-FB23D113A856}"/>
              </a:ext>
            </a:extLst>
          </p:cNvPr>
          <p:cNvSpPr>
            <a:spLocks noGrp="1"/>
          </p:cNvSpPr>
          <p:nvPr>
            <p:ph type="dt" idx="10"/>
          </p:nvPr>
        </p:nvSpPr>
        <p:spPr/>
        <p:txBody>
          <a:bodyPr/>
          <a:lstStyle/>
          <a:p>
            <a:endParaRPr lang="en-US" dirty="0"/>
          </a:p>
        </p:txBody>
      </p:sp>
      <p:sp>
        <p:nvSpPr>
          <p:cNvPr id="4" name="Slide Number Placeholder 3">
            <a:extLst>
              <a:ext uri="{FF2B5EF4-FFF2-40B4-BE49-F238E27FC236}">
                <a16:creationId xmlns:a16="http://schemas.microsoft.com/office/drawing/2014/main" id="{44569933-5FC5-4C73-96ED-E1AC0FC867FE}"/>
              </a:ext>
            </a:extLst>
          </p:cNvPr>
          <p:cNvSpPr>
            <a:spLocks noGrp="1"/>
          </p:cNvSpPr>
          <p:nvPr>
            <p:ph type="sldNum" idx="11"/>
          </p:nvPr>
        </p:nvSpPr>
        <p:spPr/>
        <p:txBody>
          <a:bodyPr/>
          <a:lstStyle/>
          <a:p>
            <a:pPr marL="0" marR="0" lvl="0" indent="0" algn="r" rtl="0">
              <a:spcBef>
                <a:spcPts val="0"/>
              </a:spcBef>
              <a:buSzPct val="25000"/>
              <a:buNone/>
            </a:pPr>
            <a:fld id="{00000000-1234-1234-1234-123412341234}" type="slidenum">
              <a:rPr lang="en-US" sz="900" b="0" i="0" u="none" strike="noStrike" cap="none" smtClean="0">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Tree>
    <p:extLst>
      <p:ext uri="{BB962C8B-B14F-4D97-AF65-F5344CB8AC3E}">
        <p14:creationId xmlns:p14="http://schemas.microsoft.com/office/powerpoint/2010/main" val="64872148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secHead">
  <p:cSld name="Section Header">
    <p:spTree>
      <p:nvGrpSpPr>
        <p:cNvPr id="1" name="Shape 68"/>
        <p:cNvGrpSpPr/>
        <p:nvPr/>
      </p:nvGrpSpPr>
      <p:grpSpPr>
        <a:xfrm>
          <a:off x="0" y="0"/>
          <a:ext cx="0" cy="0"/>
          <a:chOff x="0" y="0"/>
          <a:chExt cx="0" cy="0"/>
        </a:xfrm>
      </p:grpSpPr>
      <p:sp>
        <p:nvSpPr>
          <p:cNvPr id="69" name="Title Placeholder"/>
          <p:cNvSpPr txBox="1">
            <a:spLocks noGrp="1"/>
          </p:cNvSpPr>
          <p:nvPr>
            <p:ph type="title" hasCustomPrompt="1"/>
          </p:nvPr>
        </p:nvSpPr>
        <p:spPr>
          <a:xfrm>
            <a:off x="685800" y="1447800"/>
            <a:ext cx="7772400" cy="2152651"/>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r>
              <a:rPr lang="en-US" sz="3600" dirty="0">
                <a:latin typeface="+mj-lt"/>
              </a:rPr>
              <a:t>Click to add title	</a:t>
            </a:r>
            <a:endParaRPr dirty="0"/>
          </a:p>
        </p:txBody>
      </p:sp>
      <p:sp>
        <p:nvSpPr>
          <p:cNvPr id="70" name="Content Placeholder"/>
          <p:cNvSpPr txBox="1">
            <a:spLocks noGrp="1"/>
          </p:cNvSpPr>
          <p:nvPr>
            <p:ph type="body" idx="1"/>
          </p:nvPr>
        </p:nvSpPr>
        <p:spPr>
          <a:xfrm>
            <a:off x="674687" y="3962400"/>
            <a:ext cx="7794626" cy="1752600"/>
          </a:xfrm>
          <a:prstGeom prst="rect">
            <a:avLst/>
          </a:prstGeom>
          <a:noFill/>
          <a:ln>
            <a:noFill/>
          </a:ln>
        </p:spPr>
        <p:txBody>
          <a:bodyPr lIns="91425" tIns="91425" rIns="91425" bIns="91425" anchor="t" anchorCtr="0"/>
          <a:lstStyle>
            <a:lvl1pPr marL="0" marR="0" lvl="0" indent="0" algn="l" rtl="0">
              <a:spcBef>
                <a:spcPts val="0"/>
              </a:spcBef>
              <a:buClr>
                <a:srgbClr val="007FA3"/>
              </a:buClr>
              <a:buFont typeface="Arial"/>
              <a:buNone/>
              <a:defRPr sz="1600" b="0" i="0" u="none" strike="noStrike" cap="none">
                <a:solidFill>
                  <a:srgbClr val="007FA3"/>
                </a:solidFill>
                <a:latin typeface="Arial"/>
                <a:ea typeface="Arial"/>
                <a:cs typeface="Arial"/>
                <a:sym typeface="Arial"/>
              </a:defRPr>
            </a:lvl1pPr>
            <a:lvl2pPr marL="457200" marR="0" lvl="1" indent="0" algn="l" rtl="0">
              <a:spcBef>
                <a:spcPts val="600"/>
              </a:spcBef>
              <a:buClr>
                <a:srgbClr val="007FA3"/>
              </a:buClr>
              <a:buFont typeface="Arial"/>
              <a:buNone/>
              <a:defRPr sz="1800" b="0" i="0" u="none" strike="noStrike" cap="none">
                <a:solidFill>
                  <a:srgbClr val="888888"/>
                </a:solidFill>
                <a:latin typeface="Arial"/>
                <a:ea typeface="Arial"/>
                <a:cs typeface="Arial"/>
                <a:sym typeface="Arial"/>
              </a:defRPr>
            </a:lvl2pPr>
            <a:lvl3pPr marL="914400" marR="0" lvl="2" indent="0" algn="l" rtl="0">
              <a:spcBef>
                <a:spcPts val="600"/>
              </a:spcBef>
              <a:buClr>
                <a:srgbClr val="007FA3"/>
              </a:buClr>
              <a:buFont typeface="Noto Sans Symbols"/>
              <a:buNone/>
              <a:defRPr sz="1600" b="0" i="0" u="none" strike="noStrike" cap="none">
                <a:solidFill>
                  <a:srgbClr val="888888"/>
                </a:solidFill>
                <a:latin typeface="Arial"/>
                <a:ea typeface="Arial"/>
                <a:cs typeface="Arial"/>
                <a:sym typeface="Arial"/>
              </a:defRPr>
            </a:lvl3pPr>
            <a:lvl4pPr marL="1371600" marR="0" lvl="3" indent="0" algn="l" rtl="0">
              <a:spcBef>
                <a:spcPts val="600"/>
              </a:spcBef>
              <a:buClr>
                <a:srgbClr val="007FA3"/>
              </a:buClr>
              <a:buFont typeface="Arial"/>
              <a:buNone/>
              <a:defRPr sz="1400" b="0" i="0" u="none" strike="noStrike" cap="none">
                <a:solidFill>
                  <a:srgbClr val="888888"/>
                </a:solidFill>
                <a:latin typeface="Arial"/>
                <a:ea typeface="Arial"/>
                <a:cs typeface="Arial"/>
                <a:sym typeface="Arial"/>
              </a:defRPr>
            </a:lvl4pPr>
            <a:lvl5pPr marL="1828800" marR="0" lvl="4" indent="0" algn="l" rtl="0">
              <a:spcBef>
                <a:spcPts val="600"/>
              </a:spcBef>
              <a:buClr>
                <a:srgbClr val="007FA3"/>
              </a:buClr>
              <a:buFont typeface="Arial"/>
              <a:buNone/>
              <a:defRPr sz="1400" b="0" i="0" u="none" strike="noStrike" cap="none">
                <a:solidFill>
                  <a:srgbClr val="888888"/>
                </a:solidFill>
                <a:latin typeface="Arial"/>
                <a:ea typeface="Arial"/>
                <a:cs typeface="Arial"/>
                <a:sym typeface="Arial"/>
              </a:defRPr>
            </a:lvl5pPr>
            <a:lvl6pPr marL="2286000" marR="0" lvl="5" indent="0" algn="l" rtl="0">
              <a:spcBef>
                <a:spcPts val="300"/>
              </a:spcBef>
              <a:buClr>
                <a:srgbClr val="007FA3"/>
              </a:buClr>
              <a:buFont typeface="Arial"/>
              <a:buNone/>
              <a:defRPr sz="1400" b="0" i="0" u="none" strike="noStrike" cap="none">
                <a:solidFill>
                  <a:srgbClr val="888888"/>
                </a:solidFill>
                <a:latin typeface="Arial"/>
                <a:ea typeface="Arial"/>
                <a:cs typeface="Arial"/>
                <a:sym typeface="Arial"/>
              </a:defRPr>
            </a:lvl6pPr>
            <a:lvl7pPr marL="2743200" marR="0" lvl="6" indent="0" algn="l" rtl="0">
              <a:spcBef>
                <a:spcPts val="300"/>
              </a:spcBef>
              <a:buClr>
                <a:srgbClr val="007FA3"/>
              </a:buClr>
              <a:buFont typeface="Arial"/>
              <a:buNone/>
              <a:defRPr sz="1400" b="0" i="0" u="none" strike="noStrike" cap="none">
                <a:solidFill>
                  <a:srgbClr val="888888"/>
                </a:solidFill>
                <a:latin typeface="Arial"/>
                <a:ea typeface="Arial"/>
                <a:cs typeface="Arial"/>
                <a:sym typeface="Arial"/>
              </a:defRPr>
            </a:lvl7pPr>
            <a:lvl8pPr marL="3200400" marR="0" lvl="7" indent="0" algn="l" rtl="0">
              <a:spcBef>
                <a:spcPts val="300"/>
              </a:spcBef>
              <a:buClr>
                <a:srgbClr val="007FA3"/>
              </a:buClr>
              <a:buFont typeface="Arial"/>
              <a:buNone/>
              <a:defRPr sz="1400" b="0" i="0" u="none" strike="noStrike" cap="none">
                <a:solidFill>
                  <a:srgbClr val="888888"/>
                </a:solidFill>
                <a:latin typeface="Arial"/>
                <a:ea typeface="Arial"/>
                <a:cs typeface="Arial"/>
                <a:sym typeface="Arial"/>
              </a:defRPr>
            </a:lvl8pPr>
            <a:lvl9pPr marL="3657600" marR="0" lvl="8" indent="0" algn="l" rtl="0">
              <a:spcBef>
                <a:spcPts val="300"/>
              </a:spcBef>
              <a:buClr>
                <a:srgbClr val="007FA3"/>
              </a:buClr>
              <a:buFont typeface="Arial"/>
              <a:buNone/>
              <a:defRPr sz="1400" b="0" i="0" u="none" strike="noStrike" cap="none">
                <a:solidFill>
                  <a:srgbClr val="888888"/>
                </a:solidFill>
                <a:latin typeface="Arial"/>
                <a:ea typeface="Arial"/>
                <a:cs typeface="Arial"/>
                <a:sym typeface="Arial"/>
              </a:defRPr>
            </a:lvl9pPr>
          </a:lstStyle>
          <a:p>
            <a:endParaRPr dirty="0"/>
          </a:p>
        </p:txBody>
      </p:sp>
      <p:sp>
        <p:nvSpPr>
          <p:cNvPr id="72" name="Shape 72"/>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73" name="Shape 73"/>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itle" preserve="1">
  <p:cSld name="Tittellysbilde">
    <p:spTree>
      <p:nvGrpSpPr>
        <p:cNvPr id="1" name=""/>
        <p:cNvGrpSpPr/>
        <p:nvPr/>
      </p:nvGrpSpPr>
      <p:grpSpPr>
        <a:xfrm>
          <a:off x="0" y="0"/>
          <a:ext cx="0" cy="0"/>
          <a:chOff x="0" y="0"/>
          <a:chExt cx="0" cy="0"/>
        </a:xfrm>
      </p:grpSpPr>
      <p:sp>
        <p:nvSpPr>
          <p:cNvPr id="2" name="Tittel 1">
            <a:extLst>
              <a:ext uri="{FF2B5EF4-FFF2-40B4-BE49-F238E27FC236}">
                <a16:creationId xmlns:a16="http://schemas.microsoft.com/office/drawing/2014/main" id="{6A5422BE-C36B-FF26-1B7D-BD45064AAD50}"/>
              </a:ext>
            </a:extLst>
          </p:cNvPr>
          <p:cNvSpPr>
            <a:spLocks noGrp="1"/>
          </p:cNvSpPr>
          <p:nvPr>
            <p:ph type="ctrTitle"/>
          </p:nvPr>
        </p:nvSpPr>
        <p:spPr>
          <a:xfrm>
            <a:off x="1143000" y="1122363"/>
            <a:ext cx="6858000" cy="2387600"/>
          </a:xfrm>
        </p:spPr>
        <p:txBody>
          <a:bodyPr anchor="b"/>
          <a:lstStyle>
            <a:lvl1pPr algn="ctr">
              <a:defRPr sz="4500"/>
            </a:lvl1pPr>
          </a:lstStyle>
          <a:p>
            <a:r>
              <a:rPr lang="nb-NO"/>
              <a:t>Klikk for å redigere tittelstil</a:t>
            </a:r>
          </a:p>
        </p:txBody>
      </p:sp>
      <p:sp>
        <p:nvSpPr>
          <p:cNvPr id="3" name="Undertittel 2">
            <a:extLst>
              <a:ext uri="{FF2B5EF4-FFF2-40B4-BE49-F238E27FC236}">
                <a16:creationId xmlns:a16="http://schemas.microsoft.com/office/drawing/2014/main" id="{2D988572-17A2-4D0A-C45C-DABFCB760A74}"/>
              </a:ext>
            </a:extLst>
          </p:cNvPr>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nb-NO"/>
              <a:t>Klikk for å redigere undertittelstil i malen</a:t>
            </a:r>
          </a:p>
        </p:txBody>
      </p:sp>
      <p:sp>
        <p:nvSpPr>
          <p:cNvPr id="4" name="Plassholder for dato 3">
            <a:extLst>
              <a:ext uri="{FF2B5EF4-FFF2-40B4-BE49-F238E27FC236}">
                <a16:creationId xmlns:a16="http://schemas.microsoft.com/office/drawing/2014/main" id="{7BD7C1B2-A47E-B4C7-391E-1A1B83CF024B}"/>
              </a:ext>
            </a:extLst>
          </p:cNvPr>
          <p:cNvSpPr>
            <a:spLocks noGrp="1"/>
          </p:cNvSpPr>
          <p:nvPr>
            <p:ph type="dt" sz="half" idx="10"/>
          </p:nvPr>
        </p:nvSpPr>
        <p:spPr/>
        <p:txBody>
          <a:bodyPr/>
          <a:lstStyle/>
          <a:p>
            <a:fld id="{DDC010C0-8109-43D7-8EFA-C80A5EAEA898}" type="datetimeFigureOut">
              <a:rPr lang="nb-NO" smtClean="0"/>
              <a:t>12.03.2026</a:t>
            </a:fld>
            <a:endParaRPr lang="nb-NO"/>
          </a:p>
        </p:txBody>
      </p:sp>
      <p:sp>
        <p:nvSpPr>
          <p:cNvPr id="5" name="Plassholder for bunntekst 4">
            <a:extLst>
              <a:ext uri="{FF2B5EF4-FFF2-40B4-BE49-F238E27FC236}">
                <a16:creationId xmlns:a16="http://schemas.microsoft.com/office/drawing/2014/main" id="{6D07DB6C-C4D3-C9C8-8CC1-3B4A3FC2B0CD}"/>
              </a:ext>
            </a:extLst>
          </p:cNvPr>
          <p:cNvSpPr>
            <a:spLocks noGrp="1"/>
          </p:cNvSpPr>
          <p:nvPr>
            <p:ph type="ftr" sz="quarter" idx="11"/>
          </p:nvPr>
        </p:nvSpPr>
        <p:spPr/>
        <p:txBody>
          <a:bodyPr/>
          <a:lstStyle/>
          <a:p>
            <a:endParaRPr lang="nb-NO"/>
          </a:p>
        </p:txBody>
      </p:sp>
      <p:sp>
        <p:nvSpPr>
          <p:cNvPr id="6" name="Plassholder for lysbildenummer 5">
            <a:extLst>
              <a:ext uri="{FF2B5EF4-FFF2-40B4-BE49-F238E27FC236}">
                <a16:creationId xmlns:a16="http://schemas.microsoft.com/office/drawing/2014/main" id="{0B2EED5C-2788-5B27-B653-739D95B10637}"/>
              </a:ext>
            </a:extLst>
          </p:cNvPr>
          <p:cNvSpPr>
            <a:spLocks noGrp="1"/>
          </p:cNvSpPr>
          <p:nvPr>
            <p:ph type="sldNum" sz="quarter" idx="12"/>
          </p:nvPr>
        </p:nvSpPr>
        <p:spPr/>
        <p:txBody>
          <a:bodyPr/>
          <a:lstStyle/>
          <a:p>
            <a:fld id="{EF7127F3-4E4D-4F47-8D4F-5625664649C2}" type="slidenum">
              <a:rPr lang="nb-NO" smtClean="0"/>
              <a:t>‹#›</a:t>
            </a:fld>
            <a:endParaRPr lang="nb-NO"/>
          </a:p>
        </p:txBody>
      </p:sp>
    </p:spTree>
    <p:extLst>
      <p:ext uri="{BB962C8B-B14F-4D97-AF65-F5344CB8AC3E}">
        <p14:creationId xmlns:p14="http://schemas.microsoft.com/office/powerpoint/2010/main" val="293307178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obj" preserve="1">
  <p:cSld name="Tittel og innhold">
    <p:spTree>
      <p:nvGrpSpPr>
        <p:cNvPr id="1" name=""/>
        <p:cNvGrpSpPr/>
        <p:nvPr/>
      </p:nvGrpSpPr>
      <p:grpSpPr>
        <a:xfrm>
          <a:off x="0" y="0"/>
          <a:ext cx="0" cy="0"/>
          <a:chOff x="0" y="0"/>
          <a:chExt cx="0" cy="0"/>
        </a:xfrm>
      </p:grpSpPr>
      <p:sp>
        <p:nvSpPr>
          <p:cNvPr id="2" name="Tittel 1">
            <a:extLst>
              <a:ext uri="{FF2B5EF4-FFF2-40B4-BE49-F238E27FC236}">
                <a16:creationId xmlns:a16="http://schemas.microsoft.com/office/drawing/2014/main" id="{7D7D520A-DE6D-9844-3728-C3CF8B64C65E}"/>
              </a:ext>
            </a:extLst>
          </p:cNvPr>
          <p:cNvSpPr>
            <a:spLocks noGrp="1"/>
          </p:cNvSpPr>
          <p:nvPr>
            <p:ph type="title"/>
          </p:nvPr>
        </p:nvSpPr>
        <p:spPr/>
        <p:txBody>
          <a:bodyPr/>
          <a:lstStyle/>
          <a:p>
            <a:r>
              <a:rPr lang="nb-NO"/>
              <a:t>Klikk for å redigere tittelstil</a:t>
            </a:r>
          </a:p>
        </p:txBody>
      </p:sp>
      <p:sp>
        <p:nvSpPr>
          <p:cNvPr id="3" name="Plassholder for innhold 2">
            <a:extLst>
              <a:ext uri="{FF2B5EF4-FFF2-40B4-BE49-F238E27FC236}">
                <a16:creationId xmlns:a16="http://schemas.microsoft.com/office/drawing/2014/main" id="{BDBC7AE6-187D-5968-E4CF-205EEABBAF94}"/>
              </a:ext>
            </a:extLst>
          </p:cNvPr>
          <p:cNvSpPr>
            <a:spLocks noGrp="1"/>
          </p:cNvSpPr>
          <p:nvPr>
            <p:ph idx="1"/>
          </p:nvPr>
        </p:nvSpPr>
        <p:spPr/>
        <p:txBody>
          <a:bodyPr/>
          <a:lstStyle/>
          <a:p>
            <a:pPr lvl="0"/>
            <a:r>
              <a:rPr lang="nb-NO"/>
              <a:t>Klikk for å redigere tekststiler i malen</a:t>
            </a:r>
          </a:p>
          <a:p>
            <a:pPr lvl="1"/>
            <a:r>
              <a:rPr lang="nb-NO"/>
              <a:t>Andre nivå</a:t>
            </a:r>
          </a:p>
          <a:p>
            <a:pPr lvl="2"/>
            <a:r>
              <a:rPr lang="nb-NO"/>
              <a:t>Tredje nivå</a:t>
            </a:r>
          </a:p>
          <a:p>
            <a:pPr lvl="3"/>
            <a:r>
              <a:rPr lang="nb-NO"/>
              <a:t>Fjerde nivå</a:t>
            </a:r>
          </a:p>
          <a:p>
            <a:pPr lvl="4"/>
            <a:r>
              <a:rPr lang="nb-NO"/>
              <a:t>Femte nivå</a:t>
            </a:r>
          </a:p>
        </p:txBody>
      </p:sp>
      <p:sp>
        <p:nvSpPr>
          <p:cNvPr id="4" name="Plassholder for dato 3">
            <a:extLst>
              <a:ext uri="{FF2B5EF4-FFF2-40B4-BE49-F238E27FC236}">
                <a16:creationId xmlns:a16="http://schemas.microsoft.com/office/drawing/2014/main" id="{17AB69FD-8059-C2B9-E292-873693132368}"/>
              </a:ext>
            </a:extLst>
          </p:cNvPr>
          <p:cNvSpPr>
            <a:spLocks noGrp="1"/>
          </p:cNvSpPr>
          <p:nvPr>
            <p:ph type="dt" sz="half" idx="10"/>
          </p:nvPr>
        </p:nvSpPr>
        <p:spPr/>
        <p:txBody>
          <a:bodyPr/>
          <a:lstStyle/>
          <a:p>
            <a:fld id="{DDC010C0-8109-43D7-8EFA-C80A5EAEA898}" type="datetimeFigureOut">
              <a:rPr lang="nb-NO" smtClean="0"/>
              <a:t>12.03.2026</a:t>
            </a:fld>
            <a:endParaRPr lang="nb-NO"/>
          </a:p>
        </p:txBody>
      </p:sp>
      <p:sp>
        <p:nvSpPr>
          <p:cNvPr id="5" name="Plassholder for bunntekst 4">
            <a:extLst>
              <a:ext uri="{FF2B5EF4-FFF2-40B4-BE49-F238E27FC236}">
                <a16:creationId xmlns:a16="http://schemas.microsoft.com/office/drawing/2014/main" id="{698E8ED6-4185-14D3-548F-D976DFEB3CBE}"/>
              </a:ext>
            </a:extLst>
          </p:cNvPr>
          <p:cNvSpPr>
            <a:spLocks noGrp="1"/>
          </p:cNvSpPr>
          <p:nvPr>
            <p:ph type="ftr" sz="quarter" idx="11"/>
          </p:nvPr>
        </p:nvSpPr>
        <p:spPr/>
        <p:txBody>
          <a:bodyPr/>
          <a:lstStyle/>
          <a:p>
            <a:endParaRPr lang="nb-NO"/>
          </a:p>
        </p:txBody>
      </p:sp>
      <p:sp>
        <p:nvSpPr>
          <p:cNvPr id="6" name="Plassholder for lysbildenummer 5">
            <a:extLst>
              <a:ext uri="{FF2B5EF4-FFF2-40B4-BE49-F238E27FC236}">
                <a16:creationId xmlns:a16="http://schemas.microsoft.com/office/drawing/2014/main" id="{3821FBDC-D15F-1C99-71BE-41BC87BB8C6D}"/>
              </a:ext>
            </a:extLst>
          </p:cNvPr>
          <p:cNvSpPr>
            <a:spLocks noGrp="1"/>
          </p:cNvSpPr>
          <p:nvPr>
            <p:ph type="sldNum" sz="quarter" idx="12"/>
          </p:nvPr>
        </p:nvSpPr>
        <p:spPr/>
        <p:txBody>
          <a:bodyPr/>
          <a:lstStyle/>
          <a:p>
            <a:fld id="{EF7127F3-4E4D-4F47-8D4F-5625664649C2}" type="slidenum">
              <a:rPr lang="nb-NO" smtClean="0"/>
              <a:t>‹#›</a:t>
            </a:fld>
            <a:endParaRPr lang="nb-NO"/>
          </a:p>
        </p:txBody>
      </p:sp>
    </p:spTree>
    <p:extLst>
      <p:ext uri="{BB962C8B-B14F-4D97-AF65-F5344CB8AC3E}">
        <p14:creationId xmlns:p14="http://schemas.microsoft.com/office/powerpoint/2010/main" val="3905465098"/>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secHead" preserve="1">
  <p:cSld name="Deloverskrift">
    <p:spTree>
      <p:nvGrpSpPr>
        <p:cNvPr id="1" name=""/>
        <p:cNvGrpSpPr/>
        <p:nvPr/>
      </p:nvGrpSpPr>
      <p:grpSpPr>
        <a:xfrm>
          <a:off x="0" y="0"/>
          <a:ext cx="0" cy="0"/>
          <a:chOff x="0" y="0"/>
          <a:chExt cx="0" cy="0"/>
        </a:xfrm>
      </p:grpSpPr>
      <p:sp>
        <p:nvSpPr>
          <p:cNvPr id="2" name="Tittel 1">
            <a:extLst>
              <a:ext uri="{FF2B5EF4-FFF2-40B4-BE49-F238E27FC236}">
                <a16:creationId xmlns:a16="http://schemas.microsoft.com/office/drawing/2014/main" id="{899A5C58-6635-2B5C-8D38-BFDAF14414AC}"/>
              </a:ext>
            </a:extLst>
          </p:cNvPr>
          <p:cNvSpPr>
            <a:spLocks noGrp="1"/>
          </p:cNvSpPr>
          <p:nvPr>
            <p:ph type="title"/>
          </p:nvPr>
        </p:nvSpPr>
        <p:spPr>
          <a:xfrm>
            <a:off x="623888" y="1709739"/>
            <a:ext cx="7886700" cy="2852737"/>
          </a:xfrm>
        </p:spPr>
        <p:txBody>
          <a:bodyPr anchor="b"/>
          <a:lstStyle>
            <a:lvl1pPr>
              <a:defRPr sz="4500"/>
            </a:lvl1pPr>
          </a:lstStyle>
          <a:p>
            <a:r>
              <a:rPr lang="nb-NO"/>
              <a:t>Klikk for å redigere tittelstil</a:t>
            </a:r>
          </a:p>
        </p:txBody>
      </p:sp>
      <p:sp>
        <p:nvSpPr>
          <p:cNvPr id="3" name="Plassholder for tekst 2">
            <a:extLst>
              <a:ext uri="{FF2B5EF4-FFF2-40B4-BE49-F238E27FC236}">
                <a16:creationId xmlns:a16="http://schemas.microsoft.com/office/drawing/2014/main" id="{41B88834-43B1-B7D1-0570-368A95340AC1}"/>
              </a:ext>
            </a:extLst>
          </p:cNvPr>
          <p:cNvSpPr>
            <a:spLocks noGrp="1"/>
          </p:cNvSpPr>
          <p:nvPr>
            <p:ph type="body" idx="1"/>
          </p:nvPr>
        </p:nvSpPr>
        <p:spPr>
          <a:xfrm>
            <a:off x="623888" y="4589464"/>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nb-NO"/>
              <a:t>Klikk for å redigere tekststiler i malen</a:t>
            </a:r>
          </a:p>
        </p:txBody>
      </p:sp>
      <p:sp>
        <p:nvSpPr>
          <p:cNvPr id="4" name="Plassholder for dato 3">
            <a:extLst>
              <a:ext uri="{FF2B5EF4-FFF2-40B4-BE49-F238E27FC236}">
                <a16:creationId xmlns:a16="http://schemas.microsoft.com/office/drawing/2014/main" id="{A5966B82-14BA-C70F-47E1-E193FC5E127C}"/>
              </a:ext>
            </a:extLst>
          </p:cNvPr>
          <p:cNvSpPr>
            <a:spLocks noGrp="1"/>
          </p:cNvSpPr>
          <p:nvPr>
            <p:ph type="dt" sz="half" idx="10"/>
          </p:nvPr>
        </p:nvSpPr>
        <p:spPr/>
        <p:txBody>
          <a:bodyPr/>
          <a:lstStyle/>
          <a:p>
            <a:fld id="{DDC010C0-8109-43D7-8EFA-C80A5EAEA898}" type="datetimeFigureOut">
              <a:rPr lang="nb-NO" smtClean="0"/>
              <a:t>12.03.2026</a:t>
            </a:fld>
            <a:endParaRPr lang="nb-NO"/>
          </a:p>
        </p:txBody>
      </p:sp>
      <p:sp>
        <p:nvSpPr>
          <p:cNvPr id="5" name="Plassholder for bunntekst 4">
            <a:extLst>
              <a:ext uri="{FF2B5EF4-FFF2-40B4-BE49-F238E27FC236}">
                <a16:creationId xmlns:a16="http://schemas.microsoft.com/office/drawing/2014/main" id="{A3CF691C-F5E0-F5C0-866C-E667C8722D71}"/>
              </a:ext>
            </a:extLst>
          </p:cNvPr>
          <p:cNvSpPr>
            <a:spLocks noGrp="1"/>
          </p:cNvSpPr>
          <p:nvPr>
            <p:ph type="ftr" sz="quarter" idx="11"/>
          </p:nvPr>
        </p:nvSpPr>
        <p:spPr/>
        <p:txBody>
          <a:bodyPr/>
          <a:lstStyle/>
          <a:p>
            <a:endParaRPr lang="nb-NO"/>
          </a:p>
        </p:txBody>
      </p:sp>
      <p:sp>
        <p:nvSpPr>
          <p:cNvPr id="6" name="Plassholder for lysbildenummer 5">
            <a:extLst>
              <a:ext uri="{FF2B5EF4-FFF2-40B4-BE49-F238E27FC236}">
                <a16:creationId xmlns:a16="http://schemas.microsoft.com/office/drawing/2014/main" id="{B3106C93-35CC-58C5-8897-25F7F6AB5600}"/>
              </a:ext>
            </a:extLst>
          </p:cNvPr>
          <p:cNvSpPr>
            <a:spLocks noGrp="1"/>
          </p:cNvSpPr>
          <p:nvPr>
            <p:ph type="sldNum" sz="quarter" idx="12"/>
          </p:nvPr>
        </p:nvSpPr>
        <p:spPr/>
        <p:txBody>
          <a:bodyPr/>
          <a:lstStyle/>
          <a:p>
            <a:fld id="{EF7127F3-4E4D-4F47-8D4F-5625664649C2}" type="slidenum">
              <a:rPr lang="nb-NO" smtClean="0"/>
              <a:t>‹#›</a:t>
            </a:fld>
            <a:endParaRPr lang="nb-NO"/>
          </a:p>
        </p:txBody>
      </p:sp>
    </p:spTree>
    <p:extLst>
      <p:ext uri="{BB962C8B-B14F-4D97-AF65-F5344CB8AC3E}">
        <p14:creationId xmlns:p14="http://schemas.microsoft.com/office/powerpoint/2010/main" val="4059993375"/>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woObj" preserve="1">
  <p:cSld name="To innholdsdeler">
    <p:spTree>
      <p:nvGrpSpPr>
        <p:cNvPr id="1" name=""/>
        <p:cNvGrpSpPr/>
        <p:nvPr/>
      </p:nvGrpSpPr>
      <p:grpSpPr>
        <a:xfrm>
          <a:off x="0" y="0"/>
          <a:ext cx="0" cy="0"/>
          <a:chOff x="0" y="0"/>
          <a:chExt cx="0" cy="0"/>
        </a:xfrm>
      </p:grpSpPr>
      <p:sp>
        <p:nvSpPr>
          <p:cNvPr id="2" name="Tittel 1">
            <a:extLst>
              <a:ext uri="{FF2B5EF4-FFF2-40B4-BE49-F238E27FC236}">
                <a16:creationId xmlns:a16="http://schemas.microsoft.com/office/drawing/2014/main" id="{E93B1995-7CB7-4227-AB19-38A5C58FA220}"/>
              </a:ext>
            </a:extLst>
          </p:cNvPr>
          <p:cNvSpPr>
            <a:spLocks noGrp="1"/>
          </p:cNvSpPr>
          <p:nvPr>
            <p:ph type="title"/>
          </p:nvPr>
        </p:nvSpPr>
        <p:spPr/>
        <p:txBody>
          <a:bodyPr/>
          <a:lstStyle/>
          <a:p>
            <a:r>
              <a:rPr lang="nb-NO"/>
              <a:t>Klikk for å redigere tittelstil</a:t>
            </a:r>
          </a:p>
        </p:txBody>
      </p:sp>
      <p:sp>
        <p:nvSpPr>
          <p:cNvPr id="3" name="Plassholder for innhold 2">
            <a:extLst>
              <a:ext uri="{FF2B5EF4-FFF2-40B4-BE49-F238E27FC236}">
                <a16:creationId xmlns:a16="http://schemas.microsoft.com/office/drawing/2014/main" id="{0F22684F-D4C3-2F71-35B3-1C0B9D2ADCD8}"/>
              </a:ext>
            </a:extLst>
          </p:cNvPr>
          <p:cNvSpPr>
            <a:spLocks noGrp="1"/>
          </p:cNvSpPr>
          <p:nvPr>
            <p:ph sz="half" idx="1"/>
          </p:nvPr>
        </p:nvSpPr>
        <p:spPr>
          <a:xfrm>
            <a:off x="628650" y="1825625"/>
            <a:ext cx="3886200" cy="4351338"/>
          </a:xfrm>
        </p:spPr>
        <p:txBody>
          <a:bodyPr/>
          <a:lstStyle/>
          <a:p>
            <a:pPr lvl="0"/>
            <a:r>
              <a:rPr lang="nb-NO"/>
              <a:t>Klikk for å redigere tekststiler i malen</a:t>
            </a:r>
          </a:p>
          <a:p>
            <a:pPr lvl="1"/>
            <a:r>
              <a:rPr lang="nb-NO"/>
              <a:t>Andre nivå</a:t>
            </a:r>
          </a:p>
          <a:p>
            <a:pPr lvl="2"/>
            <a:r>
              <a:rPr lang="nb-NO"/>
              <a:t>Tredje nivå</a:t>
            </a:r>
          </a:p>
          <a:p>
            <a:pPr lvl="3"/>
            <a:r>
              <a:rPr lang="nb-NO"/>
              <a:t>Fjerde nivå</a:t>
            </a:r>
          </a:p>
          <a:p>
            <a:pPr lvl="4"/>
            <a:r>
              <a:rPr lang="nb-NO"/>
              <a:t>Femte nivå</a:t>
            </a:r>
          </a:p>
        </p:txBody>
      </p:sp>
      <p:sp>
        <p:nvSpPr>
          <p:cNvPr id="4" name="Plassholder for innhold 3">
            <a:extLst>
              <a:ext uri="{FF2B5EF4-FFF2-40B4-BE49-F238E27FC236}">
                <a16:creationId xmlns:a16="http://schemas.microsoft.com/office/drawing/2014/main" id="{366431C4-6615-0B37-ABB1-41C02BE6EF11}"/>
              </a:ext>
            </a:extLst>
          </p:cNvPr>
          <p:cNvSpPr>
            <a:spLocks noGrp="1"/>
          </p:cNvSpPr>
          <p:nvPr>
            <p:ph sz="half" idx="2"/>
          </p:nvPr>
        </p:nvSpPr>
        <p:spPr>
          <a:xfrm>
            <a:off x="4629150" y="1825625"/>
            <a:ext cx="3886200" cy="4351338"/>
          </a:xfrm>
        </p:spPr>
        <p:txBody>
          <a:bodyPr/>
          <a:lstStyle/>
          <a:p>
            <a:pPr lvl="0"/>
            <a:r>
              <a:rPr lang="nb-NO"/>
              <a:t>Klikk for å redigere tekststiler i malen</a:t>
            </a:r>
          </a:p>
          <a:p>
            <a:pPr lvl="1"/>
            <a:r>
              <a:rPr lang="nb-NO"/>
              <a:t>Andre nivå</a:t>
            </a:r>
          </a:p>
          <a:p>
            <a:pPr lvl="2"/>
            <a:r>
              <a:rPr lang="nb-NO"/>
              <a:t>Tredje nivå</a:t>
            </a:r>
          </a:p>
          <a:p>
            <a:pPr lvl="3"/>
            <a:r>
              <a:rPr lang="nb-NO"/>
              <a:t>Fjerde nivå</a:t>
            </a:r>
          </a:p>
          <a:p>
            <a:pPr lvl="4"/>
            <a:r>
              <a:rPr lang="nb-NO"/>
              <a:t>Femte nivå</a:t>
            </a:r>
          </a:p>
        </p:txBody>
      </p:sp>
      <p:sp>
        <p:nvSpPr>
          <p:cNvPr id="5" name="Plassholder for dato 4">
            <a:extLst>
              <a:ext uri="{FF2B5EF4-FFF2-40B4-BE49-F238E27FC236}">
                <a16:creationId xmlns:a16="http://schemas.microsoft.com/office/drawing/2014/main" id="{932CA101-D85C-BAC0-1EAA-E2DDE3B7EE3D}"/>
              </a:ext>
            </a:extLst>
          </p:cNvPr>
          <p:cNvSpPr>
            <a:spLocks noGrp="1"/>
          </p:cNvSpPr>
          <p:nvPr>
            <p:ph type="dt" sz="half" idx="10"/>
          </p:nvPr>
        </p:nvSpPr>
        <p:spPr/>
        <p:txBody>
          <a:bodyPr/>
          <a:lstStyle/>
          <a:p>
            <a:fld id="{DDC010C0-8109-43D7-8EFA-C80A5EAEA898}" type="datetimeFigureOut">
              <a:rPr lang="nb-NO" smtClean="0"/>
              <a:t>12.03.2026</a:t>
            </a:fld>
            <a:endParaRPr lang="nb-NO"/>
          </a:p>
        </p:txBody>
      </p:sp>
      <p:sp>
        <p:nvSpPr>
          <p:cNvPr id="6" name="Plassholder for bunntekst 5">
            <a:extLst>
              <a:ext uri="{FF2B5EF4-FFF2-40B4-BE49-F238E27FC236}">
                <a16:creationId xmlns:a16="http://schemas.microsoft.com/office/drawing/2014/main" id="{3091A674-5469-1471-8F19-B9B03F9695F0}"/>
              </a:ext>
            </a:extLst>
          </p:cNvPr>
          <p:cNvSpPr>
            <a:spLocks noGrp="1"/>
          </p:cNvSpPr>
          <p:nvPr>
            <p:ph type="ftr" sz="quarter" idx="11"/>
          </p:nvPr>
        </p:nvSpPr>
        <p:spPr/>
        <p:txBody>
          <a:bodyPr/>
          <a:lstStyle/>
          <a:p>
            <a:endParaRPr lang="nb-NO"/>
          </a:p>
        </p:txBody>
      </p:sp>
      <p:sp>
        <p:nvSpPr>
          <p:cNvPr id="7" name="Plassholder for lysbildenummer 6">
            <a:extLst>
              <a:ext uri="{FF2B5EF4-FFF2-40B4-BE49-F238E27FC236}">
                <a16:creationId xmlns:a16="http://schemas.microsoft.com/office/drawing/2014/main" id="{9668BA82-7841-7FC4-301F-C9F343292584}"/>
              </a:ext>
            </a:extLst>
          </p:cNvPr>
          <p:cNvSpPr>
            <a:spLocks noGrp="1"/>
          </p:cNvSpPr>
          <p:nvPr>
            <p:ph type="sldNum" sz="quarter" idx="12"/>
          </p:nvPr>
        </p:nvSpPr>
        <p:spPr/>
        <p:txBody>
          <a:bodyPr/>
          <a:lstStyle/>
          <a:p>
            <a:fld id="{EF7127F3-4E4D-4F47-8D4F-5625664649C2}" type="slidenum">
              <a:rPr lang="nb-NO" smtClean="0"/>
              <a:t>‹#›</a:t>
            </a:fld>
            <a:endParaRPr lang="nb-NO"/>
          </a:p>
        </p:txBody>
      </p:sp>
    </p:spTree>
    <p:extLst>
      <p:ext uri="{BB962C8B-B14F-4D97-AF65-F5344CB8AC3E}">
        <p14:creationId xmlns:p14="http://schemas.microsoft.com/office/powerpoint/2010/main" val="2829933416"/>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twoTxTwoObj" preserve="1">
  <p:cSld name="Sammenligning">
    <p:spTree>
      <p:nvGrpSpPr>
        <p:cNvPr id="1" name=""/>
        <p:cNvGrpSpPr/>
        <p:nvPr/>
      </p:nvGrpSpPr>
      <p:grpSpPr>
        <a:xfrm>
          <a:off x="0" y="0"/>
          <a:ext cx="0" cy="0"/>
          <a:chOff x="0" y="0"/>
          <a:chExt cx="0" cy="0"/>
        </a:xfrm>
      </p:grpSpPr>
      <p:sp>
        <p:nvSpPr>
          <p:cNvPr id="2" name="Tittel 1">
            <a:extLst>
              <a:ext uri="{FF2B5EF4-FFF2-40B4-BE49-F238E27FC236}">
                <a16:creationId xmlns:a16="http://schemas.microsoft.com/office/drawing/2014/main" id="{484D2AB1-52F6-51D0-8AFD-640FC8002BC3}"/>
              </a:ext>
            </a:extLst>
          </p:cNvPr>
          <p:cNvSpPr>
            <a:spLocks noGrp="1"/>
          </p:cNvSpPr>
          <p:nvPr>
            <p:ph type="title"/>
          </p:nvPr>
        </p:nvSpPr>
        <p:spPr>
          <a:xfrm>
            <a:off x="629841" y="365126"/>
            <a:ext cx="7886700" cy="1325563"/>
          </a:xfrm>
        </p:spPr>
        <p:txBody>
          <a:bodyPr/>
          <a:lstStyle/>
          <a:p>
            <a:r>
              <a:rPr lang="nb-NO"/>
              <a:t>Klikk for å redigere tittelstil</a:t>
            </a:r>
          </a:p>
        </p:txBody>
      </p:sp>
      <p:sp>
        <p:nvSpPr>
          <p:cNvPr id="3" name="Plassholder for tekst 2">
            <a:extLst>
              <a:ext uri="{FF2B5EF4-FFF2-40B4-BE49-F238E27FC236}">
                <a16:creationId xmlns:a16="http://schemas.microsoft.com/office/drawing/2014/main" id="{C4ADC85C-17BC-0CAB-E799-01A1704E2C9A}"/>
              </a:ext>
            </a:extLst>
          </p:cNvPr>
          <p:cNvSpPr>
            <a:spLocks noGrp="1"/>
          </p:cNvSpPr>
          <p:nvPr>
            <p:ph type="body" idx="1"/>
          </p:nvPr>
        </p:nvSpPr>
        <p:spPr>
          <a:xfrm>
            <a:off x="629842" y="1681163"/>
            <a:ext cx="3868340"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nb-NO"/>
              <a:t>Klikk for å redigere tekststiler i malen</a:t>
            </a:r>
          </a:p>
        </p:txBody>
      </p:sp>
      <p:sp>
        <p:nvSpPr>
          <p:cNvPr id="4" name="Plassholder for innhold 3">
            <a:extLst>
              <a:ext uri="{FF2B5EF4-FFF2-40B4-BE49-F238E27FC236}">
                <a16:creationId xmlns:a16="http://schemas.microsoft.com/office/drawing/2014/main" id="{92F7B7B6-69EC-FD0A-71A8-57396C29F445}"/>
              </a:ext>
            </a:extLst>
          </p:cNvPr>
          <p:cNvSpPr>
            <a:spLocks noGrp="1"/>
          </p:cNvSpPr>
          <p:nvPr>
            <p:ph sz="half" idx="2"/>
          </p:nvPr>
        </p:nvSpPr>
        <p:spPr>
          <a:xfrm>
            <a:off x="629842" y="2505075"/>
            <a:ext cx="3868340" cy="3684588"/>
          </a:xfrm>
        </p:spPr>
        <p:txBody>
          <a:bodyPr/>
          <a:lstStyle/>
          <a:p>
            <a:pPr lvl="0"/>
            <a:r>
              <a:rPr lang="nb-NO"/>
              <a:t>Klikk for å redigere tekststiler i malen</a:t>
            </a:r>
          </a:p>
          <a:p>
            <a:pPr lvl="1"/>
            <a:r>
              <a:rPr lang="nb-NO"/>
              <a:t>Andre nivå</a:t>
            </a:r>
          </a:p>
          <a:p>
            <a:pPr lvl="2"/>
            <a:r>
              <a:rPr lang="nb-NO"/>
              <a:t>Tredje nivå</a:t>
            </a:r>
          </a:p>
          <a:p>
            <a:pPr lvl="3"/>
            <a:r>
              <a:rPr lang="nb-NO"/>
              <a:t>Fjerde nivå</a:t>
            </a:r>
          </a:p>
          <a:p>
            <a:pPr lvl="4"/>
            <a:r>
              <a:rPr lang="nb-NO"/>
              <a:t>Femte nivå</a:t>
            </a:r>
          </a:p>
        </p:txBody>
      </p:sp>
      <p:sp>
        <p:nvSpPr>
          <p:cNvPr id="5" name="Plassholder for tekst 4">
            <a:extLst>
              <a:ext uri="{FF2B5EF4-FFF2-40B4-BE49-F238E27FC236}">
                <a16:creationId xmlns:a16="http://schemas.microsoft.com/office/drawing/2014/main" id="{76D231F8-1CDC-7E9E-FBC0-000B1BEE9470}"/>
              </a:ext>
            </a:extLst>
          </p:cNvPr>
          <p:cNvSpPr>
            <a:spLocks noGrp="1"/>
          </p:cNvSpPr>
          <p:nvPr>
            <p:ph type="body" sz="quarter" idx="3"/>
          </p:nvPr>
        </p:nvSpPr>
        <p:spPr>
          <a:xfrm>
            <a:off x="4629150" y="1681163"/>
            <a:ext cx="3887391"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nb-NO"/>
              <a:t>Klikk for å redigere tekststiler i malen</a:t>
            </a:r>
          </a:p>
        </p:txBody>
      </p:sp>
      <p:sp>
        <p:nvSpPr>
          <p:cNvPr id="6" name="Plassholder for innhold 5">
            <a:extLst>
              <a:ext uri="{FF2B5EF4-FFF2-40B4-BE49-F238E27FC236}">
                <a16:creationId xmlns:a16="http://schemas.microsoft.com/office/drawing/2014/main" id="{FE964CD5-5562-2B7A-70B9-9B7E3B905B6E}"/>
              </a:ext>
            </a:extLst>
          </p:cNvPr>
          <p:cNvSpPr>
            <a:spLocks noGrp="1"/>
          </p:cNvSpPr>
          <p:nvPr>
            <p:ph sz="quarter" idx="4"/>
          </p:nvPr>
        </p:nvSpPr>
        <p:spPr>
          <a:xfrm>
            <a:off x="4629150" y="2505075"/>
            <a:ext cx="3887391" cy="3684588"/>
          </a:xfrm>
        </p:spPr>
        <p:txBody>
          <a:bodyPr/>
          <a:lstStyle/>
          <a:p>
            <a:pPr lvl="0"/>
            <a:r>
              <a:rPr lang="nb-NO"/>
              <a:t>Klikk for å redigere tekststiler i malen</a:t>
            </a:r>
          </a:p>
          <a:p>
            <a:pPr lvl="1"/>
            <a:r>
              <a:rPr lang="nb-NO"/>
              <a:t>Andre nivå</a:t>
            </a:r>
          </a:p>
          <a:p>
            <a:pPr lvl="2"/>
            <a:r>
              <a:rPr lang="nb-NO"/>
              <a:t>Tredje nivå</a:t>
            </a:r>
          </a:p>
          <a:p>
            <a:pPr lvl="3"/>
            <a:r>
              <a:rPr lang="nb-NO"/>
              <a:t>Fjerde nivå</a:t>
            </a:r>
          </a:p>
          <a:p>
            <a:pPr lvl="4"/>
            <a:r>
              <a:rPr lang="nb-NO"/>
              <a:t>Femte nivå</a:t>
            </a:r>
          </a:p>
        </p:txBody>
      </p:sp>
      <p:sp>
        <p:nvSpPr>
          <p:cNvPr id="7" name="Plassholder for dato 6">
            <a:extLst>
              <a:ext uri="{FF2B5EF4-FFF2-40B4-BE49-F238E27FC236}">
                <a16:creationId xmlns:a16="http://schemas.microsoft.com/office/drawing/2014/main" id="{AB73F660-2980-54BE-7DEE-12E73F0F2292}"/>
              </a:ext>
            </a:extLst>
          </p:cNvPr>
          <p:cNvSpPr>
            <a:spLocks noGrp="1"/>
          </p:cNvSpPr>
          <p:nvPr>
            <p:ph type="dt" sz="half" idx="10"/>
          </p:nvPr>
        </p:nvSpPr>
        <p:spPr/>
        <p:txBody>
          <a:bodyPr/>
          <a:lstStyle/>
          <a:p>
            <a:fld id="{DDC010C0-8109-43D7-8EFA-C80A5EAEA898}" type="datetimeFigureOut">
              <a:rPr lang="nb-NO" smtClean="0"/>
              <a:t>12.03.2026</a:t>
            </a:fld>
            <a:endParaRPr lang="nb-NO"/>
          </a:p>
        </p:txBody>
      </p:sp>
      <p:sp>
        <p:nvSpPr>
          <p:cNvPr id="8" name="Plassholder for bunntekst 7">
            <a:extLst>
              <a:ext uri="{FF2B5EF4-FFF2-40B4-BE49-F238E27FC236}">
                <a16:creationId xmlns:a16="http://schemas.microsoft.com/office/drawing/2014/main" id="{B123D0ED-98FA-7E3D-12F2-46B5A243C92F}"/>
              </a:ext>
            </a:extLst>
          </p:cNvPr>
          <p:cNvSpPr>
            <a:spLocks noGrp="1"/>
          </p:cNvSpPr>
          <p:nvPr>
            <p:ph type="ftr" sz="quarter" idx="11"/>
          </p:nvPr>
        </p:nvSpPr>
        <p:spPr/>
        <p:txBody>
          <a:bodyPr/>
          <a:lstStyle/>
          <a:p>
            <a:endParaRPr lang="nb-NO"/>
          </a:p>
        </p:txBody>
      </p:sp>
      <p:sp>
        <p:nvSpPr>
          <p:cNvPr id="9" name="Plassholder for lysbildenummer 8">
            <a:extLst>
              <a:ext uri="{FF2B5EF4-FFF2-40B4-BE49-F238E27FC236}">
                <a16:creationId xmlns:a16="http://schemas.microsoft.com/office/drawing/2014/main" id="{0478E10C-61E7-BBA3-0365-F24EFC53D52D}"/>
              </a:ext>
            </a:extLst>
          </p:cNvPr>
          <p:cNvSpPr>
            <a:spLocks noGrp="1"/>
          </p:cNvSpPr>
          <p:nvPr>
            <p:ph type="sldNum" sz="quarter" idx="12"/>
          </p:nvPr>
        </p:nvSpPr>
        <p:spPr/>
        <p:txBody>
          <a:bodyPr/>
          <a:lstStyle/>
          <a:p>
            <a:fld id="{EF7127F3-4E4D-4F47-8D4F-5625664649C2}" type="slidenum">
              <a:rPr lang="nb-NO" smtClean="0"/>
              <a:t>‹#›</a:t>
            </a:fld>
            <a:endParaRPr lang="nb-NO"/>
          </a:p>
        </p:txBody>
      </p:sp>
    </p:spTree>
    <p:extLst>
      <p:ext uri="{BB962C8B-B14F-4D97-AF65-F5344CB8AC3E}">
        <p14:creationId xmlns:p14="http://schemas.microsoft.com/office/powerpoint/2010/main" val="2703020109"/>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titleOnly" preserve="1">
  <p:cSld name="Bare tittel">
    <p:spTree>
      <p:nvGrpSpPr>
        <p:cNvPr id="1" name=""/>
        <p:cNvGrpSpPr/>
        <p:nvPr/>
      </p:nvGrpSpPr>
      <p:grpSpPr>
        <a:xfrm>
          <a:off x="0" y="0"/>
          <a:ext cx="0" cy="0"/>
          <a:chOff x="0" y="0"/>
          <a:chExt cx="0" cy="0"/>
        </a:xfrm>
      </p:grpSpPr>
      <p:sp>
        <p:nvSpPr>
          <p:cNvPr id="2" name="Tittel 1">
            <a:extLst>
              <a:ext uri="{FF2B5EF4-FFF2-40B4-BE49-F238E27FC236}">
                <a16:creationId xmlns:a16="http://schemas.microsoft.com/office/drawing/2014/main" id="{E43315D7-C5E5-C3C7-7196-C5F4520F5233}"/>
              </a:ext>
            </a:extLst>
          </p:cNvPr>
          <p:cNvSpPr>
            <a:spLocks noGrp="1"/>
          </p:cNvSpPr>
          <p:nvPr>
            <p:ph type="title"/>
          </p:nvPr>
        </p:nvSpPr>
        <p:spPr/>
        <p:txBody>
          <a:bodyPr/>
          <a:lstStyle/>
          <a:p>
            <a:r>
              <a:rPr lang="nb-NO"/>
              <a:t>Klikk for å redigere tittelstil</a:t>
            </a:r>
          </a:p>
        </p:txBody>
      </p:sp>
      <p:sp>
        <p:nvSpPr>
          <p:cNvPr id="3" name="Plassholder for dato 2">
            <a:extLst>
              <a:ext uri="{FF2B5EF4-FFF2-40B4-BE49-F238E27FC236}">
                <a16:creationId xmlns:a16="http://schemas.microsoft.com/office/drawing/2014/main" id="{857A6256-A752-50F1-D3D0-33EAD9807B08}"/>
              </a:ext>
            </a:extLst>
          </p:cNvPr>
          <p:cNvSpPr>
            <a:spLocks noGrp="1"/>
          </p:cNvSpPr>
          <p:nvPr>
            <p:ph type="dt" sz="half" idx="10"/>
          </p:nvPr>
        </p:nvSpPr>
        <p:spPr/>
        <p:txBody>
          <a:bodyPr/>
          <a:lstStyle/>
          <a:p>
            <a:fld id="{DDC010C0-8109-43D7-8EFA-C80A5EAEA898}" type="datetimeFigureOut">
              <a:rPr lang="nb-NO" smtClean="0"/>
              <a:t>12.03.2026</a:t>
            </a:fld>
            <a:endParaRPr lang="nb-NO"/>
          </a:p>
        </p:txBody>
      </p:sp>
      <p:sp>
        <p:nvSpPr>
          <p:cNvPr id="4" name="Plassholder for bunntekst 3">
            <a:extLst>
              <a:ext uri="{FF2B5EF4-FFF2-40B4-BE49-F238E27FC236}">
                <a16:creationId xmlns:a16="http://schemas.microsoft.com/office/drawing/2014/main" id="{C75498BD-5367-177F-E29F-768399AE26D7}"/>
              </a:ext>
            </a:extLst>
          </p:cNvPr>
          <p:cNvSpPr>
            <a:spLocks noGrp="1"/>
          </p:cNvSpPr>
          <p:nvPr>
            <p:ph type="ftr" sz="quarter" idx="11"/>
          </p:nvPr>
        </p:nvSpPr>
        <p:spPr/>
        <p:txBody>
          <a:bodyPr/>
          <a:lstStyle/>
          <a:p>
            <a:endParaRPr lang="nb-NO"/>
          </a:p>
        </p:txBody>
      </p:sp>
      <p:sp>
        <p:nvSpPr>
          <p:cNvPr id="5" name="Plassholder for lysbildenummer 4">
            <a:extLst>
              <a:ext uri="{FF2B5EF4-FFF2-40B4-BE49-F238E27FC236}">
                <a16:creationId xmlns:a16="http://schemas.microsoft.com/office/drawing/2014/main" id="{CD92E0F0-E4DD-1BFC-5A52-DB19567CED16}"/>
              </a:ext>
            </a:extLst>
          </p:cNvPr>
          <p:cNvSpPr>
            <a:spLocks noGrp="1"/>
          </p:cNvSpPr>
          <p:nvPr>
            <p:ph type="sldNum" sz="quarter" idx="12"/>
          </p:nvPr>
        </p:nvSpPr>
        <p:spPr/>
        <p:txBody>
          <a:bodyPr/>
          <a:lstStyle/>
          <a:p>
            <a:fld id="{EF7127F3-4E4D-4F47-8D4F-5625664649C2}" type="slidenum">
              <a:rPr lang="nb-NO" smtClean="0"/>
              <a:t>‹#›</a:t>
            </a:fld>
            <a:endParaRPr lang="nb-NO"/>
          </a:p>
        </p:txBody>
      </p:sp>
    </p:spTree>
    <p:extLst>
      <p:ext uri="{BB962C8B-B14F-4D97-AF65-F5344CB8AC3E}">
        <p14:creationId xmlns:p14="http://schemas.microsoft.com/office/powerpoint/2010/main" val="286924313"/>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blank" preserve="1">
  <p:cSld name="Tomt">
    <p:spTree>
      <p:nvGrpSpPr>
        <p:cNvPr id="1" name=""/>
        <p:cNvGrpSpPr/>
        <p:nvPr/>
      </p:nvGrpSpPr>
      <p:grpSpPr>
        <a:xfrm>
          <a:off x="0" y="0"/>
          <a:ext cx="0" cy="0"/>
          <a:chOff x="0" y="0"/>
          <a:chExt cx="0" cy="0"/>
        </a:xfrm>
      </p:grpSpPr>
      <p:sp>
        <p:nvSpPr>
          <p:cNvPr id="2" name="Plassholder for dato 1">
            <a:extLst>
              <a:ext uri="{FF2B5EF4-FFF2-40B4-BE49-F238E27FC236}">
                <a16:creationId xmlns:a16="http://schemas.microsoft.com/office/drawing/2014/main" id="{C45E9AD6-C7B8-5F72-7D50-67CA6C4BDC8D}"/>
              </a:ext>
            </a:extLst>
          </p:cNvPr>
          <p:cNvSpPr>
            <a:spLocks noGrp="1"/>
          </p:cNvSpPr>
          <p:nvPr>
            <p:ph type="dt" sz="half" idx="10"/>
          </p:nvPr>
        </p:nvSpPr>
        <p:spPr/>
        <p:txBody>
          <a:bodyPr/>
          <a:lstStyle/>
          <a:p>
            <a:fld id="{DDC010C0-8109-43D7-8EFA-C80A5EAEA898}" type="datetimeFigureOut">
              <a:rPr lang="nb-NO" smtClean="0"/>
              <a:t>12.03.2026</a:t>
            </a:fld>
            <a:endParaRPr lang="nb-NO"/>
          </a:p>
        </p:txBody>
      </p:sp>
      <p:sp>
        <p:nvSpPr>
          <p:cNvPr id="3" name="Plassholder for bunntekst 2">
            <a:extLst>
              <a:ext uri="{FF2B5EF4-FFF2-40B4-BE49-F238E27FC236}">
                <a16:creationId xmlns:a16="http://schemas.microsoft.com/office/drawing/2014/main" id="{E2189386-0A8A-B114-6F28-34B734A4EA90}"/>
              </a:ext>
            </a:extLst>
          </p:cNvPr>
          <p:cNvSpPr>
            <a:spLocks noGrp="1"/>
          </p:cNvSpPr>
          <p:nvPr>
            <p:ph type="ftr" sz="quarter" idx="11"/>
          </p:nvPr>
        </p:nvSpPr>
        <p:spPr/>
        <p:txBody>
          <a:bodyPr/>
          <a:lstStyle/>
          <a:p>
            <a:endParaRPr lang="nb-NO"/>
          </a:p>
        </p:txBody>
      </p:sp>
      <p:sp>
        <p:nvSpPr>
          <p:cNvPr id="4" name="Plassholder for lysbildenummer 3">
            <a:extLst>
              <a:ext uri="{FF2B5EF4-FFF2-40B4-BE49-F238E27FC236}">
                <a16:creationId xmlns:a16="http://schemas.microsoft.com/office/drawing/2014/main" id="{AC5D4824-93F2-E78D-B183-1127D3F9B8A9}"/>
              </a:ext>
            </a:extLst>
          </p:cNvPr>
          <p:cNvSpPr>
            <a:spLocks noGrp="1"/>
          </p:cNvSpPr>
          <p:nvPr>
            <p:ph type="sldNum" sz="quarter" idx="12"/>
          </p:nvPr>
        </p:nvSpPr>
        <p:spPr/>
        <p:txBody>
          <a:bodyPr/>
          <a:lstStyle/>
          <a:p>
            <a:fld id="{EF7127F3-4E4D-4F47-8D4F-5625664649C2}" type="slidenum">
              <a:rPr lang="nb-NO" smtClean="0"/>
              <a:t>‹#›</a:t>
            </a:fld>
            <a:endParaRPr lang="nb-NO"/>
          </a:p>
        </p:txBody>
      </p:sp>
    </p:spTree>
    <p:extLst>
      <p:ext uri="{BB962C8B-B14F-4D97-AF65-F5344CB8AC3E}">
        <p14:creationId xmlns:p14="http://schemas.microsoft.com/office/powerpoint/2010/main" val="2124338249"/>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objTx" preserve="1">
  <p:cSld name="Innhold med tekst">
    <p:spTree>
      <p:nvGrpSpPr>
        <p:cNvPr id="1" name=""/>
        <p:cNvGrpSpPr/>
        <p:nvPr/>
      </p:nvGrpSpPr>
      <p:grpSpPr>
        <a:xfrm>
          <a:off x="0" y="0"/>
          <a:ext cx="0" cy="0"/>
          <a:chOff x="0" y="0"/>
          <a:chExt cx="0" cy="0"/>
        </a:xfrm>
      </p:grpSpPr>
      <p:sp>
        <p:nvSpPr>
          <p:cNvPr id="2" name="Tittel 1">
            <a:extLst>
              <a:ext uri="{FF2B5EF4-FFF2-40B4-BE49-F238E27FC236}">
                <a16:creationId xmlns:a16="http://schemas.microsoft.com/office/drawing/2014/main" id="{4DB4EE0B-BD3E-0C9F-73B3-403736223562}"/>
              </a:ext>
            </a:extLst>
          </p:cNvPr>
          <p:cNvSpPr>
            <a:spLocks noGrp="1"/>
          </p:cNvSpPr>
          <p:nvPr>
            <p:ph type="title"/>
          </p:nvPr>
        </p:nvSpPr>
        <p:spPr>
          <a:xfrm>
            <a:off x="629841" y="457200"/>
            <a:ext cx="2949178" cy="1600200"/>
          </a:xfrm>
        </p:spPr>
        <p:txBody>
          <a:bodyPr anchor="b"/>
          <a:lstStyle>
            <a:lvl1pPr>
              <a:defRPr sz="2400"/>
            </a:lvl1pPr>
          </a:lstStyle>
          <a:p>
            <a:r>
              <a:rPr lang="nb-NO"/>
              <a:t>Klikk for å redigere tittelstil</a:t>
            </a:r>
          </a:p>
        </p:txBody>
      </p:sp>
      <p:sp>
        <p:nvSpPr>
          <p:cNvPr id="3" name="Plassholder for innhold 2">
            <a:extLst>
              <a:ext uri="{FF2B5EF4-FFF2-40B4-BE49-F238E27FC236}">
                <a16:creationId xmlns:a16="http://schemas.microsoft.com/office/drawing/2014/main" id="{11FD5BA2-720F-635B-2F11-2E6E670BD66F}"/>
              </a:ext>
            </a:extLst>
          </p:cNvPr>
          <p:cNvSpPr>
            <a:spLocks noGrp="1"/>
          </p:cNvSpPr>
          <p:nvPr>
            <p:ph idx="1"/>
          </p:nvPr>
        </p:nvSpPr>
        <p:spPr>
          <a:xfrm>
            <a:off x="3887391" y="987426"/>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nb-NO"/>
              <a:t>Klikk for å redigere tekststiler i malen</a:t>
            </a:r>
          </a:p>
          <a:p>
            <a:pPr lvl="1"/>
            <a:r>
              <a:rPr lang="nb-NO"/>
              <a:t>Andre nivå</a:t>
            </a:r>
          </a:p>
          <a:p>
            <a:pPr lvl="2"/>
            <a:r>
              <a:rPr lang="nb-NO"/>
              <a:t>Tredje nivå</a:t>
            </a:r>
          </a:p>
          <a:p>
            <a:pPr lvl="3"/>
            <a:r>
              <a:rPr lang="nb-NO"/>
              <a:t>Fjerde nivå</a:t>
            </a:r>
          </a:p>
          <a:p>
            <a:pPr lvl="4"/>
            <a:r>
              <a:rPr lang="nb-NO"/>
              <a:t>Femte nivå</a:t>
            </a:r>
          </a:p>
        </p:txBody>
      </p:sp>
      <p:sp>
        <p:nvSpPr>
          <p:cNvPr id="4" name="Plassholder for tekst 3">
            <a:extLst>
              <a:ext uri="{FF2B5EF4-FFF2-40B4-BE49-F238E27FC236}">
                <a16:creationId xmlns:a16="http://schemas.microsoft.com/office/drawing/2014/main" id="{11E12EDB-A199-4BCF-0D58-4A20F2A9AEF9}"/>
              </a:ext>
            </a:extLst>
          </p:cNvPr>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nb-NO"/>
              <a:t>Klikk for å redigere tekststiler i malen</a:t>
            </a:r>
          </a:p>
        </p:txBody>
      </p:sp>
      <p:sp>
        <p:nvSpPr>
          <p:cNvPr id="5" name="Plassholder for dato 4">
            <a:extLst>
              <a:ext uri="{FF2B5EF4-FFF2-40B4-BE49-F238E27FC236}">
                <a16:creationId xmlns:a16="http://schemas.microsoft.com/office/drawing/2014/main" id="{862C108A-C496-923C-5E16-45E3CF9D04A8}"/>
              </a:ext>
            </a:extLst>
          </p:cNvPr>
          <p:cNvSpPr>
            <a:spLocks noGrp="1"/>
          </p:cNvSpPr>
          <p:nvPr>
            <p:ph type="dt" sz="half" idx="10"/>
          </p:nvPr>
        </p:nvSpPr>
        <p:spPr/>
        <p:txBody>
          <a:bodyPr/>
          <a:lstStyle/>
          <a:p>
            <a:fld id="{DDC010C0-8109-43D7-8EFA-C80A5EAEA898}" type="datetimeFigureOut">
              <a:rPr lang="nb-NO" smtClean="0"/>
              <a:t>12.03.2026</a:t>
            </a:fld>
            <a:endParaRPr lang="nb-NO"/>
          </a:p>
        </p:txBody>
      </p:sp>
      <p:sp>
        <p:nvSpPr>
          <p:cNvPr id="6" name="Plassholder for bunntekst 5">
            <a:extLst>
              <a:ext uri="{FF2B5EF4-FFF2-40B4-BE49-F238E27FC236}">
                <a16:creationId xmlns:a16="http://schemas.microsoft.com/office/drawing/2014/main" id="{B633FBE3-B27D-8C1C-8214-90308FC7F549}"/>
              </a:ext>
            </a:extLst>
          </p:cNvPr>
          <p:cNvSpPr>
            <a:spLocks noGrp="1"/>
          </p:cNvSpPr>
          <p:nvPr>
            <p:ph type="ftr" sz="quarter" idx="11"/>
          </p:nvPr>
        </p:nvSpPr>
        <p:spPr/>
        <p:txBody>
          <a:bodyPr/>
          <a:lstStyle/>
          <a:p>
            <a:endParaRPr lang="nb-NO"/>
          </a:p>
        </p:txBody>
      </p:sp>
      <p:sp>
        <p:nvSpPr>
          <p:cNvPr id="7" name="Plassholder for lysbildenummer 6">
            <a:extLst>
              <a:ext uri="{FF2B5EF4-FFF2-40B4-BE49-F238E27FC236}">
                <a16:creationId xmlns:a16="http://schemas.microsoft.com/office/drawing/2014/main" id="{A3413593-AB30-4474-1688-D63E44E67B4B}"/>
              </a:ext>
            </a:extLst>
          </p:cNvPr>
          <p:cNvSpPr>
            <a:spLocks noGrp="1"/>
          </p:cNvSpPr>
          <p:nvPr>
            <p:ph type="sldNum" sz="quarter" idx="12"/>
          </p:nvPr>
        </p:nvSpPr>
        <p:spPr/>
        <p:txBody>
          <a:bodyPr/>
          <a:lstStyle/>
          <a:p>
            <a:fld id="{EF7127F3-4E4D-4F47-8D4F-5625664649C2}" type="slidenum">
              <a:rPr lang="nb-NO" smtClean="0"/>
              <a:t>‹#›</a:t>
            </a:fld>
            <a:endParaRPr lang="nb-NO"/>
          </a:p>
        </p:txBody>
      </p:sp>
    </p:spTree>
    <p:extLst>
      <p:ext uri="{BB962C8B-B14F-4D97-AF65-F5344CB8AC3E}">
        <p14:creationId xmlns:p14="http://schemas.microsoft.com/office/powerpoint/2010/main" val="887160064"/>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picTx" preserve="1">
  <p:cSld name="Bilde med tekst">
    <p:spTree>
      <p:nvGrpSpPr>
        <p:cNvPr id="1" name=""/>
        <p:cNvGrpSpPr/>
        <p:nvPr/>
      </p:nvGrpSpPr>
      <p:grpSpPr>
        <a:xfrm>
          <a:off x="0" y="0"/>
          <a:ext cx="0" cy="0"/>
          <a:chOff x="0" y="0"/>
          <a:chExt cx="0" cy="0"/>
        </a:xfrm>
      </p:grpSpPr>
      <p:sp>
        <p:nvSpPr>
          <p:cNvPr id="2" name="Tittel 1">
            <a:extLst>
              <a:ext uri="{FF2B5EF4-FFF2-40B4-BE49-F238E27FC236}">
                <a16:creationId xmlns:a16="http://schemas.microsoft.com/office/drawing/2014/main" id="{7CEB631B-AF14-CB4B-B408-82F9408235CA}"/>
              </a:ext>
            </a:extLst>
          </p:cNvPr>
          <p:cNvSpPr>
            <a:spLocks noGrp="1"/>
          </p:cNvSpPr>
          <p:nvPr>
            <p:ph type="title"/>
          </p:nvPr>
        </p:nvSpPr>
        <p:spPr>
          <a:xfrm>
            <a:off x="629841" y="457200"/>
            <a:ext cx="2949178" cy="1600200"/>
          </a:xfrm>
        </p:spPr>
        <p:txBody>
          <a:bodyPr anchor="b"/>
          <a:lstStyle>
            <a:lvl1pPr>
              <a:defRPr sz="2400"/>
            </a:lvl1pPr>
          </a:lstStyle>
          <a:p>
            <a:r>
              <a:rPr lang="nb-NO"/>
              <a:t>Klikk for å redigere tittelstil</a:t>
            </a:r>
          </a:p>
        </p:txBody>
      </p:sp>
      <p:sp>
        <p:nvSpPr>
          <p:cNvPr id="3" name="Plassholder for bilde 2">
            <a:extLst>
              <a:ext uri="{FF2B5EF4-FFF2-40B4-BE49-F238E27FC236}">
                <a16:creationId xmlns:a16="http://schemas.microsoft.com/office/drawing/2014/main" id="{2984A3A3-E786-4352-FA72-C35BB1C99EAF}"/>
              </a:ext>
            </a:extLst>
          </p:cNvPr>
          <p:cNvSpPr>
            <a:spLocks noGrp="1"/>
          </p:cNvSpPr>
          <p:nvPr>
            <p:ph type="pic" idx="1"/>
          </p:nvPr>
        </p:nvSpPr>
        <p:spPr>
          <a:xfrm>
            <a:off x="3887391" y="987426"/>
            <a:ext cx="4629150" cy="4873625"/>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nb-NO"/>
          </a:p>
        </p:txBody>
      </p:sp>
      <p:sp>
        <p:nvSpPr>
          <p:cNvPr id="4" name="Plassholder for tekst 3">
            <a:extLst>
              <a:ext uri="{FF2B5EF4-FFF2-40B4-BE49-F238E27FC236}">
                <a16:creationId xmlns:a16="http://schemas.microsoft.com/office/drawing/2014/main" id="{FD48EBF6-64B6-B283-1A39-E36F1E200705}"/>
              </a:ext>
            </a:extLst>
          </p:cNvPr>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nb-NO"/>
              <a:t>Klikk for å redigere tekststiler i malen</a:t>
            </a:r>
          </a:p>
        </p:txBody>
      </p:sp>
      <p:sp>
        <p:nvSpPr>
          <p:cNvPr id="5" name="Plassholder for dato 4">
            <a:extLst>
              <a:ext uri="{FF2B5EF4-FFF2-40B4-BE49-F238E27FC236}">
                <a16:creationId xmlns:a16="http://schemas.microsoft.com/office/drawing/2014/main" id="{E0AA0B38-0467-A06D-3557-BE3D2706146C}"/>
              </a:ext>
            </a:extLst>
          </p:cNvPr>
          <p:cNvSpPr>
            <a:spLocks noGrp="1"/>
          </p:cNvSpPr>
          <p:nvPr>
            <p:ph type="dt" sz="half" idx="10"/>
          </p:nvPr>
        </p:nvSpPr>
        <p:spPr/>
        <p:txBody>
          <a:bodyPr/>
          <a:lstStyle/>
          <a:p>
            <a:fld id="{DDC010C0-8109-43D7-8EFA-C80A5EAEA898}" type="datetimeFigureOut">
              <a:rPr lang="nb-NO" smtClean="0"/>
              <a:t>12.03.2026</a:t>
            </a:fld>
            <a:endParaRPr lang="nb-NO"/>
          </a:p>
        </p:txBody>
      </p:sp>
      <p:sp>
        <p:nvSpPr>
          <p:cNvPr id="6" name="Plassholder for bunntekst 5">
            <a:extLst>
              <a:ext uri="{FF2B5EF4-FFF2-40B4-BE49-F238E27FC236}">
                <a16:creationId xmlns:a16="http://schemas.microsoft.com/office/drawing/2014/main" id="{0712A417-A81E-A587-C478-EDFAAA4E1F9F}"/>
              </a:ext>
            </a:extLst>
          </p:cNvPr>
          <p:cNvSpPr>
            <a:spLocks noGrp="1"/>
          </p:cNvSpPr>
          <p:nvPr>
            <p:ph type="ftr" sz="quarter" idx="11"/>
          </p:nvPr>
        </p:nvSpPr>
        <p:spPr/>
        <p:txBody>
          <a:bodyPr/>
          <a:lstStyle/>
          <a:p>
            <a:endParaRPr lang="nb-NO"/>
          </a:p>
        </p:txBody>
      </p:sp>
      <p:sp>
        <p:nvSpPr>
          <p:cNvPr id="7" name="Plassholder for lysbildenummer 6">
            <a:extLst>
              <a:ext uri="{FF2B5EF4-FFF2-40B4-BE49-F238E27FC236}">
                <a16:creationId xmlns:a16="http://schemas.microsoft.com/office/drawing/2014/main" id="{96374EC9-159F-8ACB-F4E9-DFE4BB50A10A}"/>
              </a:ext>
            </a:extLst>
          </p:cNvPr>
          <p:cNvSpPr>
            <a:spLocks noGrp="1"/>
          </p:cNvSpPr>
          <p:nvPr>
            <p:ph type="sldNum" sz="quarter" idx="12"/>
          </p:nvPr>
        </p:nvSpPr>
        <p:spPr/>
        <p:txBody>
          <a:bodyPr/>
          <a:lstStyle/>
          <a:p>
            <a:fld id="{EF7127F3-4E4D-4F47-8D4F-5625664649C2}" type="slidenum">
              <a:rPr lang="nb-NO" smtClean="0"/>
              <a:t>‹#›</a:t>
            </a:fld>
            <a:endParaRPr lang="nb-NO"/>
          </a:p>
        </p:txBody>
      </p:sp>
    </p:spTree>
    <p:extLst>
      <p:ext uri="{BB962C8B-B14F-4D97-AF65-F5344CB8AC3E}">
        <p14:creationId xmlns:p14="http://schemas.microsoft.com/office/powerpoint/2010/main" val="2562261537"/>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vertTx" preserve="1">
  <p:cSld name="Loddrett tekst">
    <p:spTree>
      <p:nvGrpSpPr>
        <p:cNvPr id="1" name=""/>
        <p:cNvGrpSpPr/>
        <p:nvPr/>
      </p:nvGrpSpPr>
      <p:grpSpPr>
        <a:xfrm>
          <a:off x="0" y="0"/>
          <a:ext cx="0" cy="0"/>
          <a:chOff x="0" y="0"/>
          <a:chExt cx="0" cy="0"/>
        </a:xfrm>
      </p:grpSpPr>
      <p:sp>
        <p:nvSpPr>
          <p:cNvPr id="2" name="Tittel 1">
            <a:extLst>
              <a:ext uri="{FF2B5EF4-FFF2-40B4-BE49-F238E27FC236}">
                <a16:creationId xmlns:a16="http://schemas.microsoft.com/office/drawing/2014/main" id="{DA3D9D0D-37B0-673F-E455-45E970340E16}"/>
              </a:ext>
            </a:extLst>
          </p:cNvPr>
          <p:cNvSpPr>
            <a:spLocks noGrp="1"/>
          </p:cNvSpPr>
          <p:nvPr>
            <p:ph type="title"/>
          </p:nvPr>
        </p:nvSpPr>
        <p:spPr/>
        <p:txBody>
          <a:bodyPr/>
          <a:lstStyle/>
          <a:p>
            <a:r>
              <a:rPr lang="nb-NO"/>
              <a:t>Klikk for å redigere tittelstil</a:t>
            </a:r>
          </a:p>
        </p:txBody>
      </p:sp>
      <p:sp>
        <p:nvSpPr>
          <p:cNvPr id="3" name="Plassholder for loddrett tekst 2">
            <a:extLst>
              <a:ext uri="{FF2B5EF4-FFF2-40B4-BE49-F238E27FC236}">
                <a16:creationId xmlns:a16="http://schemas.microsoft.com/office/drawing/2014/main" id="{299AA48A-DD5A-2D0B-7825-826CFF45D9FE}"/>
              </a:ext>
            </a:extLst>
          </p:cNvPr>
          <p:cNvSpPr>
            <a:spLocks noGrp="1"/>
          </p:cNvSpPr>
          <p:nvPr>
            <p:ph type="body" orient="vert" idx="1"/>
          </p:nvPr>
        </p:nvSpPr>
        <p:spPr/>
        <p:txBody>
          <a:bodyPr vert="eaVert"/>
          <a:lstStyle/>
          <a:p>
            <a:pPr lvl="0"/>
            <a:r>
              <a:rPr lang="nb-NO"/>
              <a:t>Klikk for å redigere tekststiler i malen</a:t>
            </a:r>
          </a:p>
          <a:p>
            <a:pPr lvl="1"/>
            <a:r>
              <a:rPr lang="nb-NO"/>
              <a:t>Andre nivå</a:t>
            </a:r>
          </a:p>
          <a:p>
            <a:pPr lvl="2"/>
            <a:r>
              <a:rPr lang="nb-NO"/>
              <a:t>Tredje nivå</a:t>
            </a:r>
          </a:p>
          <a:p>
            <a:pPr lvl="3"/>
            <a:r>
              <a:rPr lang="nb-NO"/>
              <a:t>Fjerde nivå</a:t>
            </a:r>
          </a:p>
          <a:p>
            <a:pPr lvl="4"/>
            <a:r>
              <a:rPr lang="nb-NO"/>
              <a:t>Femte nivå</a:t>
            </a:r>
          </a:p>
        </p:txBody>
      </p:sp>
      <p:sp>
        <p:nvSpPr>
          <p:cNvPr id="4" name="Plassholder for dato 3">
            <a:extLst>
              <a:ext uri="{FF2B5EF4-FFF2-40B4-BE49-F238E27FC236}">
                <a16:creationId xmlns:a16="http://schemas.microsoft.com/office/drawing/2014/main" id="{3563E85B-ADA4-1CF1-A87B-12583DCFFE09}"/>
              </a:ext>
            </a:extLst>
          </p:cNvPr>
          <p:cNvSpPr>
            <a:spLocks noGrp="1"/>
          </p:cNvSpPr>
          <p:nvPr>
            <p:ph type="dt" sz="half" idx="10"/>
          </p:nvPr>
        </p:nvSpPr>
        <p:spPr/>
        <p:txBody>
          <a:bodyPr/>
          <a:lstStyle/>
          <a:p>
            <a:fld id="{DDC010C0-8109-43D7-8EFA-C80A5EAEA898}" type="datetimeFigureOut">
              <a:rPr lang="nb-NO" smtClean="0"/>
              <a:t>12.03.2026</a:t>
            </a:fld>
            <a:endParaRPr lang="nb-NO"/>
          </a:p>
        </p:txBody>
      </p:sp>
      <p:sp>
        <p:nvSpPr>
          <p:cNvPr id="5" name="Plassholder for bunntekst 4">
            <a:extLst>
              <a:ext uri="{FF2B5EF4-FFF2-40B4-BE49-F238E27FC236}">
                <a16:creationId xmlns:a16="http://schemas.microsoft.com/office/drawing/2014/main" id="{5E3E1EE5-990A-30BC-5907-1C693C9C8526}"/>
              </a:ext>
            </a:extLst>
          </p:cNvPr>
          <p:cNvSpPr>
            <a:spLocks noGrp="1"/>
          </p:cNvSpPr>
          <p:nvPr>
            <p:ph type="ftr" sz="quarter" idx="11"/>
          </p:nvPr>
        </p:nvSpPr>
        <p:spPr/>
        <p:txBody>
          <a:bodyPr/>
          <a:lstStyle/>
          <a:p>
            <a:endParaRPr lang="nb-NO"/>
          </a:p>
        </p:txBody>
      </p:sp>
      <p:sp>
        <p:nvSpPr>
          <p:cNvPr id="6" name="Plassholder for lysbildenummer 5">
            <a:extLst>
              <a:ext uri="{FF2B5EF4-FFF2-40B4-BE49-F238E27FC236}">
                <a16:creationId xmlns:a16="http://schemas.microsoft.com/office/drawing/2014/main" id="{8C4E5042-6A7A-18DB-AC9B-E83C71AD8323}"/>
              </a:ext>
            </a:extLst>
          </p:cNvPr>
          <p:cNvSpPr>
            <a:spLocks noGrp="1"/>
          </p:cNvSpPr>
          <p:nvPr>
            <p:ph type="sldNum" sz="quarter" idx="12"/>
          </p:nvPr>
        </p:nvSpPr>
        <p:spPr/>
        <p:txBody>
          <a:bodyPr/>
          <a:lstStyle/>
          <a:p>
            <a:fld id="{EF7127F3-4E4D-4F47-8D4F-5625664649C2}" type="slidenum">
              <a:rPr lang="nb-NO" smtClean="0"/>
              <a:t>‹#›</a:t>
            </a:fld>
            <a:endParaRPr lang="nb-NO"/>
          </a:p>
        </p:txBody>
      </p:sp>
    </p:spTree>
    <p:extLst>
      <p:ext uri="{BB962C8B-B14F-4D97-AF65-F5344CB8AC3E}">
        <p14:creationId xmlns:p14="http://schemas.microsoft.com/office/powerpoint/2010/main" val="1305715245"/>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vertTitleAndTx" preserve="1">
  <p:cSld name="Loddrett tittel og tekst">
    <p:spTree>
      <p:nvGrpSpPr>
        <p:cNvPr id="1" name=""/>
        <p:cNvGrpSpPr/>
        <p:nvPr/>
      </p:nvGrpSpPr>
      <p:grpSpPr>
        <a:xfrm>
          <a:off x="0" y="0"/>
          <a:ext cx="0" cy="0"/>
          <a:chOff x="0" y="0"/>
          <a:chExt cx="0" cy="0"/>
        </a:xfrm>
      </p:grpSpPr>
      <p:sp>
        <p:nvSpPr>
          <p:cNvPr id="2" name="Loddrett tittel 1">
            <a:extLst>
              <a:ext uri="{FF2B5EF4-FFF2-40B4-BE49-F238E27FC236}">
                <a16:creationId xmlns:a16="http://schemas.microsoft.com/office/drawing/2014/main" id="{9BDC206A-0AB1-B75B-BB98-6A3C0D919B63}"/>
              </a:ext>
            </a:extLst>
          </p:cNvPr>
          <p:cNvSpPr>
            <a:spLocks noGrp="1"/>
          </p:cNvSpPr>
          <p:nvPr>
            <p:ph type="title" orient="vert"/>
          </p:nvPr>
        </p:nvSpPr>
        <p:spPr>
          <a:xfrm>
            <a:off x="6543675" y="365125"/>
            <a:ext cx="1971675" cy="5811838"/>
          </a:xfrm>
        </p:spPr>
        <p:txBody>
          <a:bodyPr vert="eaVert"/>
          <a:lstStyle/>
          <a:p>
            <a:r>
              <a:rPr lang="nb-NO"/>
              <a:t>Klikk for å redigere tittelstil</a:t>
            </a:r>
          </a:p>
        </p:txBody>
      </p:sp>
      <p:sp>
        <p:nvSpPr>
          <p:cNvPr id="3" name="Plassholder for loddrett tekst 2">
            <a:extLst>
              <a:ext uri="{FF2B5EF4-FFF2-40B4-BE49-F238E27FC236}">
                <a16:creationId xmlns:a16="http://schemas.microsoft.com/office/drawing/2014/main" id="{7587A5DE-6BA3-D10F-7BDA-C2E87F842C2B}"/>
              </a:ext>
            </a:extLst>
          </p:cNvPr>
          <p:cNvSpPr>
            <a:spLocks noGrp="1"/>
          </p:cNvSpPr>
          <p:nvPr>
            <p:ph type="body" orient="vert" idx="1"/>
          </p:nvPr>
        </p:nvSpPr>
        <p:spPr>
          <a:xfrm>
            <a:off x="628650" y="365125"/>
            <a:ext cx="5800725" cy="5811838"/>
          </a:xfrm>
        </p:spPr>
        <p:txBody>
          <a:bodyPr vert="eaVert"/>
          <a:lstStyle/>
          <a:p>
            <a:pPr lvl="0"/>
            <a:r>
              <a:rPr lang="nb-NO"/>
              <a:t>Klikk for å redigere tekststiler i malen</a:t>
            </a:r>
          </a:p>
          <a:p>
            <a:pPr lvl="1"/>
            <a:r>
              <a:rPr lang="nb-NO"/>
              <a:t>Andre nivå</a:t>
            </a:r>
          </a:p>
          <a:p>
            <a:pPr lvl="2"/>
            <a:r>
              <a:rPr lang="nb-NO"/>
              <a:t>Tredje nivå</a:t>
            </a:r>
          </a:p>
          <a:p>
            <a:pPr lvl="3"/>
            <a:r>
              <a:rPr lang="nb-NO"/>
              <a:t>Fjerde nivå</a:t>
            </a:r>
          </a:p>
          <a:p>
            <a:pPr lvl="4"/>
            <a:r>
              <a:rPr lang="nb-NO"/>
              <a:t>Femte nivå</a:t>
            </a:r>
          </a:p>
        </p:txBody>
      </p:sp>
      <p:sp>
        <p:nvSpPr>
          <p:cNvPr id="4" name="Plassholder for dato 3">
            <a:extLst>
              <a:ext uri="{FF2B5EF4-FFF2-40B4-BE49-F238E27FC236}">
                <a16:creationId xmlns:a16="http://schemas.microsoft.com/office/drawing/2014/main" id="{A5AB0AEF-F226-362F-5DCD-4AB06641D72A}"/>
              </a:ext>
            </a:extLst>
          </p:cNvPr>
          <p:cNvSpPr>
            <a:spLocks noGrp="1"/>
          </p:cNvSpPr>
          <p:nvPr>
            <p:ph type="dt" sz="half" idx="10"/>
          </p:nvPr>
        </p:nvSpPr>
        <p:spPr/>
        <p:txBody>
          <a:bodyPr/>
          <a:lstStyle/>
          <a:p>
            <a:fld id="{DDC010C0-8109-43D7-8EFA-C80A5EAEA898}" type="datetimeFigureOut">
              <a:rPr lang="nb-NO" smtClean="0"/>
              <a:t>12.03.2026</a:t>
            </a:fld>
            <a:endParaRPr lang="nb-NO"/>
          </a:p>
        </p:txBody>
      </p:sp>
      <p:sp>
        <p:nvSpPr>
          <p:cNvPr id="5" name="Plassholder for bunntekst 4">
            <a:extLst>
              <a:ext uri="{FF2B5EF4-FFF2-40B4-BE49-F238E27FC236}">
                <a16:creationId xmlns:a16="http://schemas.microsoft.com/office/drawing/2014/main" id="{01123D88-B1D2-58FD-D032-72671A4AE477}"/>
              </a:ext>
            </a:extLst>
          </p:cNvPr>
          <p:cNvSpPr>
            <a:spLocks noGrp="1"/>
          </p:cNvSpPr>
          <p:nvPr>
            <p:ph type="ftr" sz="quarter" idx="11"/>
          </p:nvPr>
        </p:nvSpPr>
        <p:spPr/>
        <p:txBody>
          <a:bodyPr/>
          <a:lstStyle/>
          <a:p>
            <a:endParaRPr lang="nb-NO"/>
          </a:p>
        </p:txBody>
      </p:sp>
      <p:sp>
        <p:nvSpPr>
          <p:cNvPr id="6" name="Plassholder for lysbildenummer 5">
            <a:extLst>
              <a:ext uri="{FF2B5EF4-FFF2-40B4-BE49-F238E27FC236}">
                <a16:creationId xmlns:a16="http://schemas.microsoft.com/office/drawing/2014/main" id="{83C60822-19DC-D6D0-97BD-19FD2B31FA7D}"/>
              </a:ext>
            </a:extLst>
          </p:cNvPr>
          <p:cNvSpPr>
            <a:spLocks noGrp="1"/>
          </p:cNvSpPr>
          <p:nvPr>
            <p:ph type="sldNum" sz="quarter" idx="12"/>
          </p:nvPr>
        </p:nvSpPr>
        <p:spPr/>
        <p:txBody>
          <a:bodyPr/>
          <a:lstStyle/>
          <a:p>
            <a:fld id="{EF7127F3-4E4D-4F47-8D4F-5625664649C2}" type="slidenum">
              <a:rPr lang="nb-NO" smtClean="0"/>
              <a:t>‹#›</a:t>
            </a:fld>
            <a:endParaRPr lang="nb-NO"/>
          </a:p>
        </p:txBody>
      </p:sp>
    </p:spTree>
    <p:extLst>
      <p:ext uri="{BB962C8B-B14F-4D97-AF65-F5344CB8AC3E}">
        <p14:creationId xmlns:p14="http://schemas.microsoft.com/office/powerpoint/2010/main" val="2747571689"/>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userDrawn="1">
  <p:cSld name="Picture">
    <p:spTree>
      <p:nvGrpSpPr>
        <p:cNvPr id="1" name=""/>
        <p:cNvGrpSpPr/>
        <p:nvPr/>
      </p:nvGrpSpPr>
      <p:grpSpPr>
        <a:xfrm>
          <a:off x="0" y="0"/>
          <a:ext cx="0" cy="0"/>
          <a:chOff x="0" y="0"/>
          <a:chExt cx="0" cy="0"/>
        </a:xfrm>
      </p:grpSpPr>
      <p:sp>
        <p:nvSpPr>
          <p:cNvPr id="7" name="Rectangle 6"/>
          <p:cNvSpPr/>
          <p:nvPr userDrawn="1"/>
        </p:nvSpPr>
        <p:spPr>
          <a:xfrm>
            <a:off x="152400" y="220134"/>
            <a:ext cx="8832760" cy="6040780"/>
          </a:xfrm>
          <a:prstGeom prst="rect">
            <a:avLst/>
          </a:prstGeom>
          <a:solidFill>
            <a:schemeClr val="bg2">
              <a:alpha val="5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nb-NO" sz="1800"/>
          </a:p>
        </p:txBody>
      </p:sp>
      <p:sp>
        <p:nvSpPr>
          <p:cNvPr id="4" name="Date Placeholder 3"/>
          <p:cNvSpPr>
            <a:spLocks noGrp="1"/>
          </p:cNvSpPr>
          <p:nvPr>
            <p:ph type="dt" sz="half" idx="10"/>
          </p:nvPr>
        </p:nvSpPr>
        <p:spPr/>
        <p:txBody>
          <a:bodyPr/>
          <a:lstStyle/>
          <a:p>
            <a:fld id="{B973D11A-E878-5944-926B-84A43B6D9342}" type="datetime1">
              <a:rPr lang="nb-NO" smtClean="0"/>
              <a:t>12.03.2026</a:t>
            </a:fld>
            <a:endParaRPr lang="nb-NO" dirty="0"/>
          </a:p>
        </p:txBody>
      </p:sp>
      <p:sp>
        <p:nvSpPr>
          <p:cNvPr id="6" name="Slide Number Placeholder 5"/>
          <p:cNvSpPr>
            <a:spLocks noGrp="1"/>
          </p:cNvSpPr>
          <p:nvPr>
            <p:ph type="sldNum" sz="quarter" idx="12"/>
          </p:nvPr>
        </p:nvSpPr>
        <p:spPr/>
        <p:txBody>
          <a:bodyPr/>
          <a:lstStyle/>
          <a:p>
            <a:fld id="{28385D78-4187-AD4C-B928-A8579EE9A756}" type="slidenum">
              <a:rPr lang="nb-NO" smtClean="0"/>
              <a:t>‹#›</a:t>
            </a:fld>
            <a:endParaRPr lang="nb-NO"/>
          </a:p>
        </p:txBody>
      </p:sp>
      <p:sp>
        <p:nvSpPr>
          <p:cNvPr id="8" name="Rectangle 7"/>
          <p:cNvSpPr/>
          <p:nvPr userDrawn="1"/>
        </p:nvSpPr>
        <p:spPr>
          <a:xfrm>
            <a:off x="154071" y="220965"/>
            <a:ext cx="8831090" cy="71412"/>
          </a:xfrm>
          <a:prstGeom prst="rect">
            <a:avLst/>
          </a:prstGeom>
          <a:solidFill>
            <a:srgbClr val="4B4C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nb-NO" sz="1800"/>
          </a:p>
        </p:txBody>
      </p:sp>
      <p:sp>
        <p:nvSpPr>
          <p:cNvPr id="9" name="Picture Placeholder 8"/>
          <p:cNvSpPr>
            <a:spLocks noGrp="1"/>
          </p:cNvSpPr>
          <p:nvPr>
            <p:ph type="pic" sz="quarter" idx="13"/>
          </p:nvPr>
        </p:nvSpPr>
        <p:spPr>
          <a:xfrm>
            <a:off x="152400" y="292101"/>
            <a:ext cx="8832850" cy="5968813"/>
          </a:xfrm>
          <a:solidFill>
            <a:srgbClr val="BCCCD1"/>
          </a:solidFill>
        </p:spPr>
        <p:txBody>
          <a:bodyPr/>
          <a:lstStyle/>
          <a:p>
            <a:r>
              <a:rPr lang="en-US"/>
              <a:t>Click icon to add picture</a:t>
            </a:r>
            <a:endParaRPr lang="nb-NO"/>
          </a:p>
        </p:txBody>
      </p:sp>
    </p:spTree>
    <p:extLst>
      <p:ext uri="{BB962C8B-B14F-4D97-AF65-F5344CB8AC3E}">
        <p14:creationId xmlns:p14="http://schemas.microsoft.com/office/powerpoint/2010/main" val="78836409"/>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userDrawn="1">
  <p:cSld name="Graph or Quote">
    <p:spTree>
      <p:nvGrpSpPr>
        <p:cNvPr id="1" name=""/>
        <p:cNvGrpSpPr/>
        <p:nvPr/>
      </p:nvGrpSpPr>
      <p:grpSpPr>
        <a:xfrm>
          <a:off x="0" y="0"/>
          <a:ext cx="0" cy="0"/>
          <a:chOff x="0" y="0"/>
          <a:chExt cx="0" cy="0"/>
        </a:xfrm>
      </p:grpSpPr>
      <p:sp>
        <p:nvSpPr>
          <p:cNvPr id="7" name="Rectangle 6"/>
          <p:cNvSpPr/>
          <p:nvPr userDrawn="1"/>
        </p:nvSpPr>
        <p:spPr>
          <a:xfrm>
            <a:off x="152400" y="220134"/>
            <a:ext cx="8832760" cy="6040780"/>
          </a:xfrm>
          <a:prstGeom prst="rect">
            <a:avLst/>
          </a:prstGeom>
          <a:solidFill>
            <a:schemeClr val="bg2">
              <a:alpha val="5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nb-NO" sz="1800"/>
          </a:p>
        </p:txBody>
      </p:sp>
      <p:sp>
        <p:nvSpPr>
          <p:cNvPr id="3" name="Content Placeholder 2"/>
          <p:cNvSpPr>
            <a:spLocks noGrp="1"/>
          </p:cNvSpPr>
          <p:nvPr>
            <p:ph idx="1" hasCustomPrompt="1"/>
          </p:nvPr>
        </p:nvSpPr>
        <p:spPr>
          <a:xfrm>
            <a:off x="154071" y="292378"/>
            <a:ext cx="8831090" cy="5968537"/>
          </a:xfrm>
        </p:spPr>
        <p:txBody>
          <a:bodyPr anchor="ctr">
            <a:normAutofit/>
          </a:bodyPr>
          <a:lstStyle>
            <a:lvl1pPr marL="0" indent="0" algn="ctr">
              <a:buNone/>
              <a:defRPr sz="3200" b="1">
                <a:latin typeface="Times New Roman"/>
                <a:cs typeface="Times New Roman"/>
              </a:defRPr>
            </a:lvl1pPr>
          </a:lstStyle>
          <a:p>
            <a:pPr lvl="0"/>
            <a:r>
              <a:rPr lang="nb-NO" dirty="0"/>
              <a:t>«</a:t>
            </a:r>
            <a:r>
              <a:rPr lang="nb-NO" dirty="0" err="1"/>
              <a:t>Quote</a:t>
            </a:r>
            <a:r>
              <a:rPr lang="nb-NO" dirty="0"/>
              <a:t>»</a:t>
            </a:r>
          </a:p>
        </p:txBody>
      </p:sp>
      <p:sp>
        <p:nvSpPr>
          <p:cNvPr id="4" name="Date Placeholder 3"/>
          <p:cNvSpPr>
            <a:spLocks noGrp="1"/>
          </p:cNvSpPr>
          <p:nvPr>
            <p:ph type="dt" sz="half" idx="10"/>
          </p:nvPr>
        </p:nvSpPr>
        <p:spPr/>
        <p:txBody>
          <a:bodyPr/>
          <a:lstStyle/>
          <a:p>
            <a:fld id="{4CD111DA-76AE-8F46-BEBF-1D6B9C6BEB4F}" type="datetime1">
              <a:rPr lang="nb-NO" smtClean="0"/>
              <a:t>12.03.2026</a:t>
            </a:fld>
            <a:endParaRPr lang="nb-NO" dirty="0"/>
          </a:p>
        </p:txBody>
      </p:sp>
      <p:sp>
        <p:nvSpPr>
          <p:cNvPr id="6" name="Slide Number Placeholder 5"/>
          <p:cNvSpPr>
            <a:spLocks noGrp="1"/>
          </p:cNvSpPr>
          <p:nvPr>
            <p:ph type="sldNum" sz="quarter" idx="12"/>
          </p:nvPr>
        </p:nvSpPr>
        <p:spPr/>
        <p:txBody>
          <a:bodyPr/>
          <a:lstStyle/>
          <a:p>
            <a:fld id="{28385D78-4187-AD4C-B928-A8579EE9A756}" type="slidenum">
              <a:rPr lang="nb-NO" smtClean="0"/>
              <a:t>‹#›</a:t>
            </a:fld>
            <a:endParaRPr lang="nb-NO"/>
          </a:p>
        </p:txBody>
      </p:sp>
      <p:sp>
        <p:nvSpPr>
          <p:cNvPr id="8" name="Rectangle 7"/>
          <p:cNvSpPr/>
          <p:nvPr userDrawn="1"/>
        </p:nvSpPr>
        <p:spPr>
          <a:xfrm>
            <a:off x="154071" y="220965"/>
            <a:ext cx="8831090" cy="71412"/>
          </a:xfrm>
          <a:prstGeom prst="rect">
            <a:avLst/>
          </a:prstGeom>
          <a:solidFill>
            <a:srgbClr val="4B4C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nb-NO" sz="1800"/>
          </a:p>
        </p:txBody>
      </p:sp>
    </p:spTree>
    <p:extLst>
      <p:ext uri="{BB962C8B-B14F-4D97-AF65-F5344CB8AC3E}">
        <p14:creationId xmlns:p14="http://schemas.microsoft.com/office/powerpoint/2010/main" val="846873878"/>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Title">
    <p:spTree>
      <p:nvGrpSpPr>
        <p:cNvPr id="1" name=""/>
        <p:cNvGrpSpPr/>
        <p:nvPr/>
      </p:nvGrpSpPr>
      <p:grpSpPr>
        <a:xfrm>
          <a:off x="0" y="0"/>
          <a:ext cx="0" cy="0"/>
          <a:chOff x="0" y="0"/>
          <a:chExt cx="0" cy="0"/>
        </a:xfrm>
      </p:grpSpPr>
      <p:sp>
        <p:nvSpPr>
          <p:cNvPr id="10" name="Rectangle 9"/>
          <p:cNvSpPr/>
          <p:nvPr userDrawn="1"/>
        </p:nvSpPr>
        <p:spPr>
          <a:xfrm>
            <a:off x="152400" y="220134"/>
            <a:ext cx="8832760" cy="604078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nb-NO" sz="1800"/>
          </a:p>
        </p:txBody>
      </p:sp>
      <p:sp>
        <p:nvSpPr>
          <p:cNvPr id="2" name="Title 1"/>
          <p:cNvSpPr>
            <a:spLocks noGrp="1"/>
          </p:cNvSpPr>
          <p:nvPr>
            <p:ph type="ctrTitle"/>
          </p:nvPr>
        </p:nvSpPr>
        <p:spPr>
          <a:xfrm>
            <a:off x="497289" y="2723094"/>
            <a:ext cx="4316012" cy="2069041"/>
          </a:xfrm>
        </p:spPr>
        <p:txBody>
          <a:bodyPr anchor="b"/>
          <a:lstStyle/>
          <a:p>
            <a:r>
              <a:rPr lang="en-US"/>
              <a:t>Click to edit Master title style</a:t>
            </a:r>
            <a:endParaRPr lang="nb-NO" dirty="0"/>
          </a:p>
        </p:txBody>
      </p:sp>
      <p:sp>
        <p:nvSpPr>
          <p:cNvPr id="3" name="Subtitle 2"/>
          <p:cNvSpPr>
            <a:spLocks noGrp="1"/>
          </p:cNvSpPr>
          <p:nvPr>
            <p:ph type="subTitle" idx="1"/>
          </p:nvPr>
        </p:nvSpPr>
        <p:spPr>
          <a:xfrm>
            <a:off x="497289" y="5232400"/>
            <a:ext cx="4316012" cy="711200"/>
          </a:xfrm>
        </p:spPr>
        <p:txBody>
          <a:bodyPr lIns="0" rIns="0">
            <a:normAutofit/>
          </a:bodyPr>
          <a:lstStyle>
            <a:lvl1pPr marL="0" indent="0" algn="l">
              <a:buNone/>
              <a:defRPr sz="1000">
                <a:solidFill>
                  <a:schemeClr val="accent1"/>
                </a:solidFill>
              </a:defRPr>
            </a:lvl1pPr>
            <a:lvl2pPr marL="457189" indent="0" algn="ctr">
              <a:buNone/>
              <a:defRPr>
                <a:solidFill>
                  <a:schemeClr val="tx1">
                    <a:tint val="75000"/>
                  </a:schemeClr>
                </a:solidFill>
              </a:defRPr>
            </a:lvl2pPr>
            <a:lvl3pPr marL="914378" indent="0" algn="ctr">
              <a:buNone/>
              <a:defRPr>
                <a:solidFill>
                  <a:schemeClr val="tx1">
                    <a:tint val="75000"/>
                  </a:schemeClr>
                </a:solidFill>
              </a:defRPr>
            </a:lvl3pPr>
            <a:lvl4pPr marL="1371566" indent="0" algn="ctr">
              <a:buNone/>
              <a:defRPr>
                <a:solidFill>
                  <a:schemeClr val="tx1">
                    <a:tint val="75000"/>
                  </a:schemeClr>
                </a:solidFill>
              </a:defRPr>
            </a:lvl4pPr>
            <a:lvl5pPr marL="1828754" indent="0" algn="ctr">
              <a:buNone/>
              <a:defRPr>
                <a:solidFill>
                  <a:schemeClr val="tx1">
                    <a:tint val="75000"/>
                  </a:schemeClr>
                </a:solidFill>
              </a:defRPr>
            </a:lvl5pPr>
            <a:lvl6pPr marL="2285943" indent="0" algn="ctr">
              <a:buNone/>
              <a:defRPr>
                <a:solidFill>
                  <a:schemeClr val="tx1">
                    <a:tint val="75000"/>
                  </a:schemeClr>
                </a:solidFill>
              </a:defRPr>
            </a:lvl6pPr>
            <a:lvl7pPr marL="2743132" indent="0" algn="ctr">
              <a:buNone/>
              <a:defRPr>
                <a:solidFill>
                  <a:schemeClr val="tx1">
                    <a:tint val="75000"/>
                  </a:schemeClr>
                </a:solidFill>
              </a:defRPr>
            </a:lvl7pPr>
            <a:lvl8pPr marL="3200320" indent="0" algn="ctr">
              <a:buNone/>
              <a:defRPr>
                <a:solidFill>
                  <a:schemeClr val="tx1">
                    <a:tint val="75000"/>
                  </a:schemeClr>
                </a:solidFill>
              </a:defRPr>
            </a:lvl8pPr>
            <a:lvl9pPr marL="3657509" indent="0" algn="ctr">
              <a:buNone/>
              <a:defRPr>
                <a:solidFill>
                  <a:schemeClr val="tx1">
                    <a:tint val="75000"/>
                  </a:schemeClr>
                </a:solidFill>
              </a:defRPr>
            </a:lvl9pPr>
          </a:lstStyle>
          <a:p>
            <a:r>
              <a:rPr lang="en-US"/>
              <a:t>Click to edit Master subtitle style</a:t>
            </a:r>
            <a:endParaRPr lang="nb-NO" dirty="0"/>
          </a:p>
        </p:txBody>
      </p:sp>
      <p:sp>
        <p:nvSpPr>
          <p:cNvPr id="4" name="Date Placeholder 3"/>
          <p:cNvSpPr>
            <a:spLocks noGrp="1"/>
          </p:cNvSpPr>
          <p:nvPr>
            <p:ph type="dt" sz="half" idx="10"/>
          </p:nvPr>
        </p:nvSpPr>
        <p:spPr/>
        <p:txBody>
          <a:bodyPr/>
          <a:lstStyle>
            <a:lvl1pPr>
              <a:defRPr>
                <a:solidFill>
                  <a:schemeClr val="tx1"/>
                </a:solidFill>
              </a:defRPr>
            </a:lvl1pPr>
          </a:lstStyle>
          <a:p>
            <a:fld id="{9A370975-CB35-024B-B5C8-CC31BB415381}" type="datetime1">
              <a:rPr lang="nb-NO" smtClean="0"/>
              <a:t>12.03.2026</a:t>
            </a:fld>
            <a:endParaRPr lang="nb-NO"/>
          </a:p>
        </p:txBody>
      </p:sp>
      <p:sp>
        <p:nvSpPr>
          <p:cNvPr id="6" name="Slide Number Placeholder 5"/>
          <p:cNvSpPr>
            <a:spLocks noGrp="1"/>
          </p:cNvSpPr>
          <p:nvPr>
            <p:ph type="sldNum" sz="quarter" idx="12"/>
          </p:nvPr>
        </p:nvSpPr>
        <p:spPr/>
        <p:txBody>
          <a:bodyPr/>
          <a:lstStyle>
            <a:lvl1pPr>
              <a:defRPr>
                <a:solidFill>
                  <a:schemeClr val="tx1"/>
                </a:solidFill>
              </a:defRPr>
            </a:lvl1pPr>
          </a:lstStyle>
          <a:p>
            <a:fld id="{28385D78-4187-AD4C-B928-A8579EE9A756}" type="slidenum">
              <a:rPr lang="nb-NO" smtClean="0"/>
              <a:pPr/>
              <a:t>‹#›</a:t>
            </a:fld>
            <a:endParaRPr lang="nb-NO"/>
          </a:p>
        </p:txBody>
      </p:sp>
      <p:sp>
        <p:nvSpPr>
          <p:cNvPr id="12" name="Picture Placeholder 11"/>
          <p:cNvSpPr>
            <a:spLocks noGrp="1"/>
          </p:cNvSpPr>
          <p:nvPr>
            <p:ph type="pic" sz="quarter" idx="13"/>
          </p:nvPr>
        </p:nvSpPr>
        <p:spPr>
          <a:xfrm>
            <a:off x="5156200" y="292378"/>
            <a:ext cx="3829050" cy="5968537"/>
          </a:xfrm>
          <a:solidFill>
            <a:srgbClr val="7E9492"/>
          </a:solidFill>
        </p:spPr>
        <p:txBody>
          <a:bodyPr/>
          <a:lstStyle/>
          <a:p>
            <a:r>
              <a:rPr lang="en-US"/>
              <a:t>Click icon to add picture</a:t>
            </a:r>
            <a:endParaRPr lang="nb-NO"/>
          </a:p>
        </p:txBody>
      </p:sp>
      <p:cxnSp>
        <p:nvCxnSpPr>
          <p:cNvPr id="13" name="Straight Connector 12"/>
          <p:cNvCxnSpPr/>
          <p:nvPr userDrawn="1"/>
        </p:nvCxnSpPr>
        <p:spPr>
          <a:xfrm>
            <a:off x="494537" y="5031341"/>
            <a:ext cx="323133" cy="0"/>
          </a:xfrm>
          <a:prstGeom prst="line">
            <a:avLst/>
          </a:prstGeom>
          <a:ln w="6350" cmpd="sng">
            <a:solidFill>
              <a:schemeClr val="accent2"/>
            </a:solidFill>
          </a:ln>
          <a:effectLst/>
        </p:spPr>
        <p:style>
          <a:lnRef idx="2">
            <a:schemeClr val="accent1"/>
          </a:lnRef>
          <a:fillRef idx="0">
            <a:schemeClr val="accent1"/>
          </a:fillRef>
          <a:effectRef idx="1">
            <a:schemeClr val="accent1"/>
          </a:effectRef>
          <a:fontRef idx="minor">
            <a:schemeClr val="tx1"/>
          </a:fontRef>
        </p:style>
      </p:cxnSp>
      <p:sp>
        <p:nvSpPr>
          <p:cNvPr id="15" name="Rectangle 14"/>
          <p:cNvSpPr/>
          <p:nvPr userDrawn="1"/>
        </p:nvSpPr>
        <p:spPr>
          <a:xfrm>
            <a:off x="154071" y="220965"/>
            <a:ext cx="8831090" cy="71412"/>
          </a:xfrm>
          <a:prstGeom prst="rect">
            <a:avLst/>
          </a:prstGeom>
          <a:solidFill>
            <a:srgbClr val="4B4C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nb-NO" sz="1800"/>
          </a:p>
        </p:txBody>
      </p:sp>
      <p:pic>
        <p:nvPicPr>
          <p:cNvPr id="16" name="Picture 13"/>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204870" y="284407"/>
            <a:ext cx="2748460" cy="1435419"/>
          </a:xfrm>
          <a:prstGeom prst="rect">
            <a:avLst/>
          </a:prstGeom>
        </p:spPr>
      </p:pic>
    </p:spTree>
    <p:extLst>
      <p:ext uri="{BB962C8B-B14F-4D97-AF65-F5344CB8AC3E}">
        <p14:creationId xmlns:p14="http://schemas.microsoft.com/office/powerpoint/2010/main" val="2966464357"/>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obj" preserve="1">
  <p:cSld name="Text - Whit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nb-NO"/>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nb-NO"/>
          </a:p>
        </p:txBody>
      </p:sp>
      <p:sp>
        <p:nvSpPr>
          <p:cNvPr id="4" name="Date Placeholder 3"/>
          <p:cNvSpPr>
            <a:spLocks noGrp="1"/>
          </p:cNvSpPr>
          <p:nvPr>
            <p:ph type="dt" sz="half" idx="10"/>
          </p:nvPr>
        </p:nvSpPr>
        <p:spPr/>
        <p:txBody>
          <a:bodyPr/>
          <a:lstStyle/>
          <a:p>
            <a:fld id="{D1AF3A42-6A4E-1F47-BEF9-20A0978B421A}" type="datetime1">
              <a:rPr lang="nb-NO" smtClean="0"/>
              <a:t>12.03.2026</a:t>
            </a:fld>
            <a:endParaRPr lang="nb-NO" dirty="0"/>
          </a:p>
        </p:txBody>
      </p:sp>
      <p:sp>
        <p:nvSpPr>
          <p:cNvPr id="6" name="Slide Number Placeholder 5"/>
          <p:cNvSpPr>
            <a:spLocks noGrp="1"/>
          </p:cNvSpPr>
          <p:nvPr>
            <p:ph type="sldNum" sz="quarter" idx="12"/>
          </p:nvPr>
        </p:nvSpPr>
        <p:spPr/>
        <p:txBody>
          <a:bodyPr/>
          <a:lstStyle/>
          <a:p>
            <a:fld id="{28385D78-4187-AD4C-B928-A8579EE9A756}" type="slidenum">
              <a:rPr lang="nb-NO" smtClean="0"/>
              <a:t>‹#›</a:t>
            </a:fld>
            <a:endParaRPr lang="nb-NO"/>
          </a:p>
        </p:txBody>
      </p:sp>
      <p:sp>
        <p:nvSpPr>
          <p:cNvPr id="7" name="Rectangle 6"/>
          <p:cNvSpPr/>
          <p:nvPr userDrawn="1"/>
        </p:nvSpPr>
        <p:spPr>
          <a:xfrm>
            <a:off x="154071" y="220965"/>
            <a:ext cx="8831090" cy="71412"/>
          </a:xfrm>
          <a:prstGeom prst="rect">
            <a:avLst/>
          </a:prstGeom>
          <a:solidFill>
            <a:srgbClr val="4B4C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nb-NO" sz="1800"/>
          </a:p>
        </p:txBody>
      </p:sp>
      <p:cxnSp>
        <p:nvCxnSpPr>
          <p:cNvPr id="8" name="Straight Connector 7"/>
          <p:cNvCxnSpPr/>
          <p:nvPr userDrawn="1"/>
        </p:nvCxnSpPr>
        <p:spPr>
          <a:xfrm>
            <a:off x="656104" y="1780141"/>
            <a:ext cx="323133" cy="0"/>
          </a:xfrm>
          <a:prstGeom prst="line">
            <a:avLst/>
          </a:prstGeom>
          <a:ln w="6350" cmpd="sng">
            <a:solidFill>
              <a:schemeClr val="accent2"/>
            </a:solidFill>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610937592"/>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obj" preserve="1">
  <p:cSld name="1_Text - Whit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nb-NO"/>
          </a:p>
        </p:txBody>
      </p:sp>
      <p:sp>
        <p:nvSpPr>
          <p:cNvPr id="3" name="Content Placeholder 2"/>
          <p:cNvSpPr>
            <a:spLocks noGrp="1"/>
          </p:cNvSpPr>
          <p:nvPr>
            <p:ph idx="1"/>
          </p:nvPr>
        </p:nvSpPr>
        <p:spPr>
          <a:xfrm>
            <a:off x="587254" y="2126457"/>
            <a:ext cx="3944079" cy="380020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nb-NO"/>
          </a:p>
        </p:txBody>
      </p:sp>
      <p:sp>
        <p:nvSpPr>
          <p:cNvPr id="4" name="Date Placeholder 3"/>
          <p:cNvSpPr>
            <a:spLocks noGrp="1"/>
          </p:cNvSpPr>
          <p:nvPr>
            <p:ph type="dt" sz="half" idx="10"/>
          </p:nvPr>
        </p:nvSpPr>
        <p:spPr/>
        <p:txBody>
          <a:bodyPr/>
          <a:lstStyle/>
          <a:p>
            <a:fld id="{855682A3-06B6-6749-9F7A-2916A03F484F}" type="datetime1">
              <a:rPr lang="nb-NO" smtClean="0"/>
              <a:t>12.03.2026</a:t>
            </a:fld>
            <a:endParaRPr lang="nb-NO" dirty="0"/>
          </a:p>
        </p:txBody>
      </p:sp>
      <p:sp>
        <p:nvSpPr>
          <p:cNvPr id="6" name="Slide Number Placeholder 5"/>
          <p:cNvSpPr>
            <a:spLocks noGrp="1"/>
          </p:cNvSpPr>
          <p:nvPr>
            <p:ph type="sldNum" sz="quarter" idx="12"/>
          </p:nvPr>
        </p:nvSpPr>
        <p:spPr/>
        <p:txBody>
          <a:bodyPr/>
          <a:lstStyle/>
          <a:p>
            <a:fld id="{28385D78-4187-AD4C-B928-A8579EE9A756}" type="slidenum">
              <a:rPr lang="nb-NO" smtClean="0"/>
              <a:t>‹#›</a:t>
            </a:fld>
            <a:endParaRPr lang="nb-NO"/>
          </a:p>
        </p:txBody>
      </p:sp>
      <p:sp>
        <p:nvSpPr>
          <p:cNvPr id="7" name="Rectangle 6"/>
          <p:cNvSpPr/>
          <p:nvPr userDrawn="1"/>
        </p:nvSpPr>
        <p:spPr>
          <a:xfrm>
            <a:off x="154071" y="220965"/>
            <a:ext cx="8831090" cy="71412"/>
          </a:xfrm>
          <a:prstGeom prst="rect">
            <a:avLst/>
          </a:prstGeom>
          <a:solidFill>
            <a:srgbClr val="4B4C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nb-NO" sz="1800"/>
          </a:p>
        </p:txBody>
      </p:sp>
      <p:cxnSp>
        <p:nvCxnSpPr>
          <p:cNvPr id="8" name="Straight Connector 7"/>
          <p:cNvCxnSpPr/>
          <p:nvPr userDrawn="1"/>
        </p:nvCxnSpPr>
        <p:spPr>
          <a:xfrm>
            <a:off x="656104" y="1780141"/>
            <a:ext cx="323133" cy="0"/>
          </a:xfrm>
          <a:prstGeom prst="line">
            <a:avLst/>
          </a:prstGeom>
          <a:ln w="6350" cmpd="sng">
            <a:solidFill>
              <a:schemeClr val="accent2"/>
            </a:solidFill>
          </a:ln>
          <a:effectLst/>
        </p:spPr>
        <p:style>
          <a:lnRef idx="2">
            <a:schemeClr val="accent1"/>
          </a:lnRef>
          <a:fillRef idx="0">
            <a:schemeClr val="accent1"/>
          </a:fillRef>
          <a:effectRef idx="1">
            <a:schemeClr val="accent1"/>
          </a:effectRef>
          <a:fontRef idx="minor">
            <a:schemeClr val="tx1"/>
          </a:fontRef>
        </p:style>
      </p:cxnSp>
      <p:sp>
        <p:nvSpPr>
          <p:cNvPr id="9" name="Content Placeholder 2"/>
          <p:cNvSpPr>
            <a:spLocks noGrp="1"/>
          </p:cNvSpPr>
          <p:nvPr>
            <p:ph idx="13"/>
          </p:nvPr>
        </p:nvSpPr>
        <p:spPr>
          <a:xfrm>
            <a:off x="4673870" y="2126457"/>
            <a:ext cx="3944079" cy="380020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nb-NO"/>
          </a:p>
        </p:txBody>
      </p:sp>
    </p:spTree>
    <p:extLst>
      <p:ext uri="{BB962C8B-B14F-4D97-AF65-F5344CB8AC3E}">
        <p14:creationId xmlns:p14="http://schemas.microsoft.com/office/powerpoint/2010/main" val="3271193770"/>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Pic + Text - White">
    <p:spTree>
      <p:nvGrpSpPr>
        <p:cNvPr id="1" name=""/>
        <p:cNvGrpSpPr/>
        <p:nvPr/>
      </p:nvGrpSpPr>
      <p:grpSpPr>
        <a:xfrm>
          <a:off x="0" y="0"/>
          <a:ext cx="0" cy="0"/>
          <a:chOff x="0" y="0"/>
          <a:chExt cx="0" cy="0"/>
        </a:xfrm>
      </p:grpSpPr>
      <p:sp>
        <p:nvSpPr>
          <p:cNvPr id="2" name="Title 1"/>
          <p:cNvSpPr>
            <a:spLocks noGrp="1"/>
          </p:cNvSpPr>
          <p:nvPr>
            <p:ph type="title"/>
          </p:nvPr>
        </p:nvSpPr>
        <p:spPr>
          <a:xfrm>
            <a:off x="4504204" y="570881"/>
            <a:ext cx="4093697" cy="1143000"/>
          </a:xfrm>
        </p:spPr>
        <p:txBody>
          <a:bodyPr/>
          <a:lstStyle/>
          <a:p>
            <a:r>
              <a:rPr lang="en-US"/>
              <a:t>Click to edit Master title style</a:t>
            </a:r>
            <a:endParaRPr lang="nb-NO" dirty="0"/>
          </a:p>
        </p:txBody>
      </p:sp>
      <p:sp>
        <p:nvSpPr>
          <p:cNvPr id="3" name="Content Placeholder 2"/>
          <p:cNvSpPr>
            <a:spLocks noGrp="1"/>
          </p:cNvSpPr>
          <p:nvPr>
            <p:ph idx="1"/>
          </p:nvPr>
        </p:nvSpPr>
        <p:spPr>
          <a:xfrm>
            <a:off x="4435354" y="2126457"/>
            <a:ext cx="4162547" cy="380020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nb-NO" dirty="0"/>
          </a:p>
        </p:txBody>
      </p:sp>
      <p:sp>
        <p:nvSpPr>
          <p:cNvPr id="4" name="Date Placeholder 3"/>
          <p:cNvSpPr>
            <a:spLocks noGrp="1"/>
          </p:cNvSpPr>
          <p:nvPr>
            <p:ph type="dt" sz="half" idx="10"/>
          </p:nvPr>
        </p:nvSpPr>
        <p:spPr/>
        <p:txBody>
          <a:bodyPr/>
          <a:lstStyle/>
          <a:p>
            <a:fld id="{6848946D-D622-424F-8802-2FB8329B651D}" type="datetime1">
              <a:rPr lang="nb-NO" smtClean="0"/>
              <a:t>12.03.2026</a:t>
            </a:fld>
            <a:endParaRPr lang="nb-NO" dirty="0"/>
          </a:p>
        </p:txBody>
      </p:sp>
      <p:sp>
        <p:nvSpPr>
          <p:cNvPr id="6" name="Slide Number Placeholder 5"/>
          <p:cNvSpPr>
            <a:spLocks noGrp="1"/>
          </p:cNvSpPr>
          <p:nvPr>
            <p:ph type="sldNum" sz="quarter" idx="12"/>
          </p:nvPr>
        </p:nvSpPr>
        <p:spPr/>
        <p:txBody>
          <a:bodyPr/>
          <a:lstStyle/>
          <a:p>
            <a:fld id="{28385D78-4187-AD4C-B928-A8579EE9A756}" type="slidenum">
              <a:rPr lang="nb-NO" smtClean="0"/>
              <a:t>‹#›</a:t>
            </a:fld>
            <a:endParaRPr lang="nb-NO"/>
          </a:p>
        </p:txBody>
      </p:sp>
      <p:sp>
        <p:nvSpPr>
          <p:cNvPr id="8" name="Rectangle 7"/>
          <p:cNvSpPr/>
          <p:nvPr userDrawn="1"/>
        </p:nvSpPr>
        <p:spPr>
          <a:xfrm>
            <a:off x="4153815" y="220965"/>
            <a:ext cx="4831346" cy="71412"/>
          </a:xfrm>
          <a:prstGeom prst="rect">
            <a:avLst/>
          </a:prstGeom>
          <a:solidFill>
            <a:srgbClr val="4B4C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nb-NO" sz="1800"/>
          </a:p>
        </p:txBody>
      </p:sp>
      <p:sp>
        <p:nvSpPr>
          <p:cNvPr id="10" name="Picture Placeholder 11"/>
          <p:cNvSpPr>
            <a:spLocks noGrp="1"/>
          </p:cNvSpPr>
          <p:nvPr>
            <p:ph type="pic" sz="quarter" idx="13"/>
          </p:nvPr>
        </p:nvSpPr>
        <p:spPr>
          <a:xfrm>
            <a:off x="152400" y="220134"/>
            <a:ext cx="3829050" cy="6040780"/>
          </a:xfrm>
          <a:solidFill>
            <a:srgbClr val="7E9492"/>
          </a:solidFill>
        </p:spPr>
        <p:txBody>
          <a:bodyPr/>
          <a:lstStyle/>
          <a:p>
            <a:r>
              <a:rPr lang="en-US"/>
              <a:t>Click icon to add picture</a:t>
            </a:r>
            <a:endParaRPr lang="nb-NO"/>
          </a:p>
        </p:txBody>
      </p:sp>
      <p:cxnSp>
        <p:nvCxnSpPr>
          <p:cNvPr id="11" name="Straight Connector 10"/>
          <p:cNvCxnSpPr/>
          <p:nvPr userDrawn="1"/>
        </p:nvCxnSpPr>
        <p:spPr>
          <a:xfrm>
            <a:off x="4504204" y="1780141"/>
            <a:ext cx="323133" cy="0"/>
          </a:xfrm>
          <a:prstGeom prst="line">
            <a:avLst/>
          </a:prstGeom>
          <a:ln w="6350" cmpd="sng">
            <a:solidFill>
              <a:schemeClr val="accent2"/>
            </a:solidFill>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321171111"/>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Text + Pic – White">
    <p:spTree>
      <p:nvGrpSpPr>
        <p:cNvPr id="1" name=""/>
        <p:cNvGrpSpPr/>
        <p:nvPr/>
      </p:nvGrpSpPr>
      <p:grpSpPr>
        <a:xfrm>
          <a:off x="0" y="0"/>
          <a:ext cx="0" cy="0"/>
          <a:chOff x="0" y="0"/>
          <a:chExt cx="0" cy="0"/>
        </a:xfrm>
      </p:grpSpPr>
      <p:sp>
        <p:nvSpPr>
          <p:cNvPr id="2" name="Title 1"/>
          <p:cNvSpPr>
            <a:spLocks noGrp="1"/>
          </p:cNvSpPr>
          <p:nvPr>
            <p:ph type="title"/>
          </p:nvPr>
        </p:nvSpPr>
        <p:spPr>
          <a:xfrm>
            <a:off x="503704" y="570881"/>
            <a:ext cx="4093697" cy="1143000"/>
          </a:xfrm>
        </p:spPr>
        <p:txBody>
          <a:bodyPr/>
          <a:lstStyle/>
          <a:p>
            <a:r>
              <a:rPr lang="en-US"/>
              <a:t>Click to edit Master title style</a:t>
            </a:r>
            <a:endParaRPr lang="nb-NO" dirty="0"/>
          </a:p>
        </p:txBody>
      </p:sp>
      <p:sp>
        <p:nvSpPr>
          <p:cNvPr id="3" name="Content Placeholder 2"/>
          <p:cNvSpPr>
            <a:spLocks noGrp="1"/>
          </p:cNvSpPr>
          <p:nvPr>
            <p:ph idx="1"/>
          </p:nvPr>
        </p:nvSpPr>
        <p:spPr>
          <a:xfrm>
            <a:off x="434854" y="2126457"/>
            <a:ext cx="4162547" cy="380020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nb-NO" dirty="0"/>
          </a:p>
        </p:txBody>
      </p:sp>
      <p:sp>
        <p:nvSpPr>
          <p:cNvPr id="4" name="Date Placeholder 3"/>
          <p:cNvSpPr>
            <a:spLocks noGrp="1"/>
          </p:cNvSpPr>
          <p:nvPr>
            <p:ph type="dt" sz="half" idx="10"/>
          </p:nvPr>
        </p:nvSpPr>
        <p:spPr/>
        <p:txBody>
          <a:bodyPr/>
          <a:lstStyle/>
          <a:p>
            <a:fld id="{BD4DE1C8-95FA-0C44-B65E-22A00A393EAE}" type="datetime1">
              <a:rPr lang="nb-NO" smtClean="0"/>
              <a:t>12.03.2026</a:t>
            </a:fld>
            <a:endParaRPr lang="nb-NO" dirty="0"/>
          </a:p>
        </p:txBody>
      </p:sp>
      <p:sp>
        <p:nvSpPr>
          <p:cNvPr id="6" name="Slide Number Placeholder 5"/>
          <p:cNvSpPr>
            <a:spLocks noGrp="1"/>
          </p:cNvSpPr>
          <p:nvPr>
            <p:ph type="sldNum" sz="quarter" idx="12"/>
          </p:nvPr>
        </p:nvSpPr>
        <p:spPr/>
        <p:txBody>
          <a:bodyPr/>
          <a:lstStyle/>
          <a:p>
            <a:fld id="{28385D78-4187-AD4C-B928-A8579EE9A756}" type="slidenum">
              <a:rPr lang="nb-NO" smtClean="0"/>
              <a:t>‹#›</a:t>
            </a:fld>
            <a:endParaRPr lang="nb-NO"/>
          </a:p>
        </p:txBody>
      </p:sp>
      <p:sp>
        <p:nvSpPr>
          <p:cNvPr id="8" name="Rectangle 7"/>
          <p:cNvSpPr/>
          <p:nvPr userDrawn="1"/>
        </p:nvSpPr>
        <p:spPr>
          <a:xfrm>
            <a:off x="153315" y="220965"/>
            <a:ext cx="4831346" cy="71412"/>
          </a:xfrm>
          <a:prstGeom prst="rect">
            <a:avLst/>
          </a:prstGeom>
          <a:solidFill>
            <a:srgbClr val="4B4C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nb-NO" sz="1800"/>
          </a:p>
        </p:txBody>
      </p:sp>
      <p:sp>
        <p:nvSpPr>
          <p:cNvPr id="10" name="Picture Placeholder 11"/>
          <p:cNvSpPr>
            <a:spLocks noGrp="1"/>
          </p:cNvSpPr>
          <p:nvPr>
            <p:ph type="pic" sz="quarter" idx="13"/>
          </p:nvPr>
        </p:nvSpPr>
        <p:spPr>
          <a:xfrm>
            <a:off x="5156110" y="220134"/>
            <a:ext cx="3829050" cy="6040780"/>
          </a:xfrm>
          <a:solidFill>
            <a:srgbClr val="7E9492"/>
          </a:solidFill>
        </p:spPr>
        <p:txBody>
          <a:bodyPr/>
          <a:lstStyle/>
          <a:p>
            <a:r>
              <a:rPr lang="en-US"/>
              <a:t>Click icon to add picture</a:t>
            </a:r>
            <a:endParaRPr lang="nb-NO"/>
          </a:p>
        </p:txBody>
      </p:sp>
      <p:cxnSp>
        <p:nvCxnSpPr>
          <p:cNvPr id="11" name="Straight Connector 10"/>
          <p:cNvCxnSpPr/>
          <p:nvPr userDrawn="1"/>
        </p:nvCxnSpPr>
        <p:spPr>
          <a:xfrm>
            <a:off x="503704" y="1780141"/>
            <a:ext cx="323133" cy="0"/>
          </a:xfrm>
          <a:prstGeom prst="line">
            <a:avLst/>
          </a:prstGeom>
          <a:ln w="6350" cmpd="sng">
            <a:solidFill>
              <a:schemeClr val="accent2"/>
            </a:solidFill>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52315777"/>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Graph + Text - White">
    <p:spTree>
      <p:nvGrpSpPr>
        <p:cNvPr id="1" name=""/>
        <p:cNvGrpSpPr/>
        <p:nvPr/>
      </p:nvGrpSpPr>
      <p:grpSpPr>
        <a:xfrm>
          <a:off x="0" y="0"/>
          <a:ext cx="0" cy="0"/>
          <a:chOff x="0" y="0"/>
          <a:chExt cx="0" cy="0"/>
        </a:xfrm>
      </p:grpSpPr>
      <p:sp>
        <p:nvSpPr>
          <p:cNvPr id="2" name="Title 1"/>
          <p:cNvSpPr>
            <a:spLocks noGrp="1"/>
          </p:cNvSpPr>
          <p:nvPr>
            <p:ph type="title"/>
          </p:nvPr>
        </p:nvSpPr>
        <p:spPr>
          <a:xfrm>
            <a:off x="4504204" y="570881"/>
            <a:ext cx="4093697" cy="1143000"/>
          </a:xfrm>
        </p:spPr>
        <p:txBody>
          <a:bodyPr/>
          <a:lstStyle/>
          <a:p>
            <a:r>
              <a:rPr lang="en-US"/>
              <a:t>Click to edit Master title style</a:t>
            </a:r>
            <a:endParaRPr lang="nb-NO" dirty="0"/>
          </a:p>
        </p:txBody>
      </p:sp>
      <p:sp>
        <p:nvSpPr>
          <p:cNvPr id="3" name="Content Placeholder 2"/>
          <p:cNvSpPr>
            <a:spLocks noGrp="1"/>
          </p:cNvSpPr>
          <p:nvPr>
            <p:ph idx="1"/>
          </p:nvPr>
        </p:nvSpPr>
        <p:spPr>
          <a:xfrm>
            <a:off x="4435354" y="2126457"/>
            <a:ext cx="4162547" cy="380020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nb-NO" dirty="0"/>
          </a:p>
        </p:txBody>
      </p:sp>
      <p:sp>
        <p:nvSpPr>
          <p:cNvPr id="4" name="Date Placeholder 3"/>
          <p:cNvSpPr>
            <a:spLocks noGrp="1"/>
          </p:cNvSpPr>
          <p:nvPr>
            <p:ph type="dt" sz="half" idx="10"/>
          </p:nvPr>
        </p:nvSpPr>
        <p:spPr/>
        <p:txBody>
          <a:bodyPr/>
          <a:lstStyle/>
          <a:p>
            <a:fld id="{BA5284E7-553A-544F-B01D-3C7B5F9972AA}" type="datetime1">
              <a:rPr lang="nb-NO" smtClean="0"/>
              <a:t>12.03.2026</a:t>
            </a:fld>
            <a:endParaRPr lang="nb-NO" dirty="0"/>
          </a:p>
        </p:txBody>
      </p:sp>
      <p:sp>
        <p:nvSpPr>
          <p:cNvPr id="6" name="Slide Number Placeholder 5"/>
          <p:cNvSpPr>
            <a:spLocks noGrp="1"/>
          </p:cNvSpPr>
          <p:nvPr>
            <p:ph type="sldNum" sz="quarter" idx="12"/>
          </p:nvPr>
        </p:nvSpPr>
        <p:spPr/>
        <p:txBody>
          <a:bodyPr/>
          <a:lstStyle/>
          <a:p>
            <a:fld id="{28385D78-4187-AD4C-B928-A8579EE9A756}" type="slidenum">
              <a:rPr lang="nb-NO" smtClean="0"/>
              <a:t>‹#›</a:t>
            </a:fld>
            <a:endParaRPr lang="nb-NO"/>
          </a:p>
        </p:txBody>
      </p:sp>
      <p:sp>
        <p:nvSpPr>
          <p:cNvPr id="8" name="Rectangle 7"/>
          <p:cNvSpPr/>
          <p:nvPr userDrawn="1"/>
        </p:nvSpPr>
        <p:spPr>
          <a:xfrm>
            <a:off x="4153815" y="220965"/>
            <a:ext cx="4831346" cy="71412"/>
          </a:xfrm>
          <a:prstGeom prst="rect">
            <a:avLst/>
          </a:prstGeom>
          <a:solidFill>
            <a:srgbClr val="4B4C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nb-NO" sz="1800"/>
          </a:p>
        </p:txBody>
      </p:sp>
      <p:cxnSp>
        <p:nvCxnSpPr>
          <p:cNvPr id="11" name="Straight Connector 10"/>
          <p:cNvCxnSpPr/>
          <p:nvPr userDrawn="1"/>
        </p:nvCxnSpPr>
        <p:spPr>
          <a:xfrm>
            <a:off x="4504204" y="1780141"/>
            <a:ext cx="323133" cy="0"/>
          </a:xfrm>
          <a:prstGeom prst="line">
            <a:avLst/>
          </a:prstGeom>
          <a:ln w="6350" cmpd="sng">
            <a:solidFill>
              <a:schemeClr val="accent2"/>
            </a:solidFill>
          </a:ln>
          <a:effectLst/>
        </p:spPr>
        <p:style>
          <a:lnRef idx="2">
            <a:schemeClr val="accent1"/>
          </a:lnRef>
          <a:fillRef idx="0">
            <a:schemeClr val="accent1"/>
          </a:fillRef>
          <a:effectRef idx="1">
            <a:schemeClr val="accent1"/>
          </a:effectRef>
          <a:fontRef idx="minor">
            <a:schemeClr val="tx1"/>
          </a:fontRef>
        </p:style>
      </p:cxnSp>
      <p:sp>
        <p:nvSpPr>
          <p:cNvPr id="14" name="Rectangle 13"/>
          <p:cNvSpPr/>
          <p:nvPr userDrawn="1"/>
        </p:nvSpPr>
        <p:spPr>
          <a:xfrm>
            <a:off x="152400" y="220134"/>
            <a:ext cx="3829050" cy="6040780"/>
          </a:xfrm>
          <a:prstGeom prst="rect">
            <a:avLst/>
          </a:prstGeom>
          <a:solidFill>
            <a:schemeClr val="bg2">
              <a:lumMod val="9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nb-NO" sz="1800"/>
          </a:p>
        </p:txBody>
      </p:sp>
      <p:sp>
        <p:nvSpPr>
          <p:cNvPr id="18" name="Content Placeholder 17"/>
          <p:cNvSpPr>
            <a:spLocks noGrp="1"/>
          </p:cNvSpPr>
          <p:nvPr>
            <p:ph sz="quarter" idx="13" hasCustomPrompt="1"/>
          </p:nvPr>
        </p:nvSpPr>
        <p:spPr>
          <a:xfrm>
            <a:off x="152400" y="220134"/>
            <a:ext cx="3829050" cy="6040780"/>
          </a:xfrm>
        </p:spPr>
        <p:txBody>
          <a:bodyPr/>
          <a:lstStyle>
            <a:lvl1pPr marL="0" indent="0">
              <a:buNone/>
              <a:defRPr baseline="0"/>
            </a:lvl1pPr>
          </a:lstStyle>
          <a:p>
            <a:pPr lvl="0"/>
            <a:r>
              <a:rPr lang="nb-NO" dirty="0"/>
              <a:t>Graph / </a:t>
            </a:r>
            <a:r>
              <a:rPr lang="nb-NO" dirty="0" err="1"/>
              <a:t>Smartart</a:t>
            </a:r>
            <a:endParaRPr lang="nb-NO" dirty="0"/>
          </a:p>
        </p:txBody>
      </p:sp>
    </p:spTree>
    <p:extLst>
      <p:ext uri="{BB962C8B-B14F-4D97-AF65-F5344CB8AC3E}">
        <p14:creationId xmlns:p14="http://schemas.microsoft.com/office/powerpoint/2010/main" val="1766571664"/>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Text + Graph - White">
    <p:spTree>
      <p:nvGrpSpPr>
        <p:cNvPr id="1" name=""/>
        <p:cNvGrpSpPr/>
        <p:nvPr/>
      </p:nvGrpSpPr>
      <p:grpSpPr>
        <a:xfrm>
          <a:off x="0" y="0"/>
          <a:ext cx="0" cy="0"/>
          <a:chOff x="0" y="0"/>
          <a:chExt cx="0" cy="0"/>
        </a:xfrm>
      </p:grpSpPr>
      <p:sp>
        <p:nvSpPr>
          <p:cNvPr id="2" name="Title 1"/>
          <p:cNvSpPr>
            <a:spLocks noGrp="1"/>
          </p:cNvSpPr>
          <p:nvPr>
            <p:ph type="title"/>
          </p:nvPr>
        </p:nvSpPr>
        <p:spPr>
          <a:xfrm>
            <a:off x="503704" y="570881"/>
            <a:ext cx="4093697" cy="1143000"/>
          </a:xfrm>
        </p:spPr>
        <p:txBody>
          <a:bodyPr/>
          <a:lstStyle/>
          <a:p>
            <a:r>
              <a:rPr lang="en-US"/>
              <a:t>Click to edit Master title style</a:t>
            </a:r>
            <a:endParaRPr lang="nb-NO" dirty="0"/>
          </a:p>
        </p:txBody>
      </p:sp>
      <p:sp>
        <p:nvSpPr>
          <p:cNvPr id="3" name="Content Placeholder 2"/>
          <p:cNvSpPr>
            <a:spLocks noGrp="1"/>
          </p:cNvSpPr>
          <p:nvPr>
            <p:ph idx="1"/>
          </p:nvPr>
        </p:nvSpPr>
        <p:spPr>
          <a:xfrm>
            <a:off x="434854" y="2126457"/>
            <a:ext cx="4162547" cy="380020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nb-NO" dirty="0"/>
          </a:p>
        </p:txBody>
      </p:sp>
      <p:sp>
        <p:nvSpPr>
          <p:cNvPr id="4" name="Date Placeholder 3"/>
          <p:cNvSpPr>
            <a:spLocks noGrp="1"/>
          </p:cNvSpPr>
          <p:nvPr>
            <p:ph type="dt" sz="half" idx="10"/>
          </p:nvPr>
        </p:nvSpPr>
        <p:spPr/>
        <p:txBody>
          <a:bodyPr/>
          <a:lstStyle/>
          <a:p>
            <a:fld id="{85958A71-EED5-D543-A9ED-B6BEFC298E42}" type="datetime1">
              <a:rPr lang="nb-NO" smtClean="0"/>
              <a:t>12.03.2026</a:t>
            </a:fld>
            <a:endParaRPr lang="nb-NO" dirty="0"/>
          </a:p>
        </p:txBody>
      </p:sp>
      <p:sp>
        <p:nvSpPr>
          <p:cNvPr id="6" name="Slide Number Placeholder 5"/>
          <p:cNvSpPr>
            <a:spLocks noGrp="1"/>
          </p:cNvSpPr>
          <p:nvPr>
            <p:ph type="sldNum" sz="quarter" idx="12"/>
          </p:nvPr>
        </p:nvSpPr>
        <p:spPr/>
        <p:txBody>
          <a:bodyPr/>
          <a:lstStyle/>
          <a:p>
            <a:fld id="{28385D78-4187-AD4C-B928-A8579EE9A756}" type="slidenum">
              <a:rPr lang="nb-NO" smtClean="0"/>
              <a:t>‹#›</a:t>
            </a:fld>
            <a:endParaRPr lang="nb-NO"/>
          </a:p>
        </p:txBody>
      </p:sp>
      <p:sp>
        <p:nvSpPr>
          <p:cNvPr id="8" name="Rectangle 7"/>
          <p:cNvSpPr/>
          <p:nvPr userDrawn="1"/>
        </p:nvSpPr>
        <p:spPr>
          <a:xfrm>
            <a:off x="153315" y="220965"/>
            <a:ext cx="4831346" cy="71412"/>
          </a:xfrm>
          <a:prstGeom prst="rect">
            <a:avLst/>
          </a:prstGeom>
          <a:solidFill>
            <a:srgbClr val="4B4C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nb-NO" sz="1800"/>
          </a:p>
        </p:txBody>
      </p:sp>
      <p:cxnSp>
        <p:nvCxnSpPr>
          <p:cNvPr id="11" name="Straight Connector 10"/>
          <p:cNvCxnSpPr/>
          <p:nvPr userDrawn="1"/>
        </p:nvCxnSpPr>
        <p:spPr>
          <a:xfrm>
            <a:off x="503704" y="1780141"/>
            <a:ext cx="323133" cy="0"/>
          </a:xfrm>
          <a:prstGeom prst="line">
            <a:avLst/>
          </a:prstGeom>
          <a:ln w="6350" cmpd="sng">
            <a:solidFill>
              <a:schemeClr val="accent2"/>
            </a:solidFill>
          </a:ln>
          <a:effectLst/>
        </p:spPr>
        <p:style>
          <a:lnRef idx="2">
            <a:schemeClr val="accent1"/>
          </a:lnRef>
          <a:fillRef idx="0">
            <a:schemeClr val="accent1"/>
          </a:fillRef>
          <a:effectRef idx="1">
            <a:schemeClr val="accent1"/>
          </a:effectRef>
          <a:fontRef idx="minor">
            <a:schemeClr val="tx1"/>
          </a:fontRef>
        </p:style>
      </p:cxnSp>
      <p:sp>
        <p:nvSpPr>
          <p:cNvPr id="12" name="Rectangle 11"/>
          <p:cNvSpPr/>
          <p:nvPr userDrawn="1"/>
        </p:nvSpPr>
        <p:spPr>
          <a:xfrm>
            <a:off x="5156110" y="220134"/>
            <a:ext cx="3829050" cy="6040780"/>
          </a:xfrm>
          <a:prstGeom prst="rect">
            <a:avLst/>
          </a:prstGeom>
          <a:solidFill>
            <a:schemeClr val="bg2">
              <a:lumMod val="9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nb-NO" sz="1800"/>
          </a:p>
        </p:txBody>
      </p:sp>
      <p:sp>
        <p:nvSpPr>
          <p:cNvPr id="13" name="Content Placeholder 17"/>
          <p:cNvSpPr>
            <a:spLocks noGrp="1"/>
          </p:cNvSpPr>
          <p:nvPr>
            <p:ph sz="quarter" idx="13" hasCustomPrompt="1"/>
          </p:nvPr>
        </p:nvSpPr>
        <p:spPr>
          <a:xfrm>
            <a:off x="5156110" y="220134"/>
            <a:ext cx="3829050" cy="6040780"/>
          </a:xfrm>
        </p:spPr>
        <p:txBody>
          <a:bodyPr/>
          <a:lstStyle>
            <a:lvl1pPr marL="0" indent="0">
              <a:buNone/>
              <a:defRPr baseline="0"/>
            </a:lvl1pPr>
          </a:lstStyle>
          <a:p>
            <a:pPr lvl="0"/>
            <a:r>
              <a:rPr lang="nb-NO" dirty="0"/>
              <a:t>Graph / </a:t>
            </a:r>
            <a:r>
              <a:rPr lang="nb-NO" dirty="0" err="1"/>
              <a:t>Smartart</a:t>
            </a:r>
            <a:endParaRPr lang="nb-NO" dirty="0"/>
          </a:p>
        </p:txBody>
      </p:sp>
    </p:spTree>
    <p:extLst>
      <p:ext uri="{BB962C8B-B14F-4D97-AF65-F5344CB8AC3E}">
        <p14:creationId xmlns:p14="http://schemas.microsoft.com/office/powerpoint/2010/main" val="4224945514"/>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Tomt">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58EA6484-330E-984C-9882-A81E3DD5BB46}" type="datetime1">
              <a:rPr lang="nb-NO" smtClean="0"/>
              <a:t>12.03.2026</a:t>
            </a:fld>
            <a:endParaRPr lang="nb-NO" dirty="0"/>
          </a:p>
        </p:txBody>
      </p:sp>
      <p:sp>
        <p:nvSpPr>
          <p:cNvPr id="5" name="Footer Placeholder 4"/>
          <p:cNvSpPr>
            <a:spLocks noGrp="1"/>
          </p:cNvSpPr>
          <p:nvPr>
            <p:ph type="ftr" sz="quarter" idx="11"/>
          </p:nvPr>
        </p:nvSpPr>
        <p:spPr>
          <a:xfrm>
            <a:off x="2986488" y="6446387"/>
            <a:ext cx="2895600" cy="212821"/>
          </a:xfrm>
          <a:prstGeom prst="rect">
            <a:avLst/>
          </a:prstGeom>
        </p:spPr>
        <p:txBody>
          <a:bodyPr/>
          <a:lstStyle/>
          <a:p>
            <a:r>
              <a:rPr lang="nb-NO"/>
              <a:t>Tittel på foredraget</a:t>
            </a:r>
          </a:p>
        </p:txBody>
      </p:sp>
      <p:sp>
        <p:nvSpPr>
          <p:cNvPr id="6" name="Slide Number Placeholder 5"/>
          <p:cNvSpPr>
            <a:spLocks noGrp="1"/>
          </p:cNvSpPr>
          <p:nvPr>
            <p:ph type="sldNum" sz="quarter" idx="12"/>
          </p:nvPr>
        </p:nvSpPr>
        <p:spPr/>
        <p:txBody>
          <a:bodyPr/>
          <a:lstStyle/>
          <a:p>
            <a:fld id="{28385D78-4187-AD4C-B928-A8579EE9A756}" type="slidenum">
              <a:rPr lang="nb-NO" smtClean="0"/>
              <a:t>‹#›</a:t>
            </a:fld>
            <a:endParaRPr lang="nb-NO"/>
          </a:p>
        </p:txBody>
      </p:sp>
    </p:spTree>
    <p:extLst>
      <p:ext uri="{BB962C8B-B14F-4D97-AF65-F5344CB8AC3E}">
        <p14:creationId xmlns:p14="http://schemas.microsoft.com/office/powerpoint/2010/main" val="2377385496"/>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Text - Grey">
    <p:spTree>
      <p:nvGrpSpPr>
        <p:cNvPr id="1" name=""/>
        <p:cNvGrpSpPr/>
        <p:nvPr/>
      </p:nvGrpSpPr>
      <p:grpSpPr>
        <a:xfrm>
          <a:off x="0" y="0"/>
          <a:ext cx="0" cy="0"/>
          <a:chOff x="0" y="0"/>
          <a:chExt cx="0" cy="0"/>
        </a:xfrm>
      </p:grpSpPr>
      <p:sp>
        <p:nvSpPr>
          <p:cNvPr id="7" name="Rectangle 6"/>
          <p:cNvSpPr/>
          <p:nvPr userDrawn="1"/>
        </p:nvSpPr>
        <p:spPr>
          <a:xfrm>
            <a:off x="152400" y="220134"/>
            <a:ext cx="8832760" cy="6040780"/>
          </a:xfrm>
          <a:prstGeom prst="rect">
            <a:avLst/>
          </a:prstGeom>
          <a:solidFill>
            <a:schemeClr val="bg2">
              <a:alpha val="5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nb-NO" sz="1800"/>
          </a:p>
        </p:txBody>
      </p:sp>
      <p:sp>
        <p:nvSpPr>
          <p:cNvPr id="2" name="Title 1"/>
          <p:cNvSpPr>
            <a:spLocks noGrp="1"/>
          </p:cNvSpPr>
          <p:nvPr>
            <p:ph type="title"/>
          </p:nvPr>
        </p:nvSpPr>
        <p:spPr/>
        <p:txBody>
          <a:bodyPr/>
          <a:lstStyle/>
          <a:p>
            <a:r>
              <a:rPr lang="en-US"/>
              <a:t>Click to edit Master title style</a:t>
            </a:r>
            <a:endParaRPr lang="nb-NO"/>
          </a:p>
        </p:txBody>
      </p:sp>
      <p:sp>
        <p:nvSpPr>
          <p:cNvPr id="4" name="Date Placeholder 3"/>
          <p:cNvSpPr>
            <a:spLocks noGrp="1"/>
          </p:cNvSpPr>
          <p:nvPr>
            <p:ph type="dt" sz="half" idx="10"/>
          </p:nvPr>
        </p:nvSpPr>
        <p:spPr/>
        <p:txBody>
          <a:bodyPr/>
          <a:lstStyle/>
          <a:p>
            <a:fld id="{C6B8EB59-1D71-4341-8167-C53E1D4C973B}" type="datetime1">
              <a:rPr lang="nb-NO" smtClean="0"/>
              <a:t>12.03.2026</a:t>
            </a:fld>
            <a:endParaRPr lang="nb-NO" dirty="0"/>
          </a:p>
        </p:txBody>
      </p:sp>
      <p:sp>
        <p:nvSpPr>
          <p:cNvPr id="6" name="Slide Number Placeholder 5"/>
          <p:cNvSpPr>
            <a:spLocks noGrp="1"/>
          </p:cNvSpPr>
          <p:nvPr>
            <p:ph type="sldNum" sz="quarter" idx="12"/>
          </p:nvPr>
        </p:nvSpPr>
        <p:spPr/>
        <p:txBody>
          <a:bodyPr/>
          <a:lstStyle/>
          <a:p>
            <a:fld id="{28385D78-4187-AD4C-B928-A8579EE9A756}" type="slidenum">
              <a:rPr lang="nb-NO" smtClean="0"/>
              <a:t>‹#›</a:t>
            </a:fld>
            <a:endParaRPr lang="nb-NO"/>
          </a:p>
        </p:txBody>
      </p:sp>
      <p:sp>
        <p:nvSpPr>
          <p:cNvPr id="8" name="Rectangle 7"/>
          <p:cNvSpPr/>
          <p:nvPr userDrawn="1"/>
        </p:nvSpPr>
        <p:spPr>
          <a:xfrm>
            <a:off x="154071" y="220965"/>
            <a:ext cx="8831090" cy="71412"/>
          </a:xfrm>
          <a:prstGeom prst="rect">
            <a:avLst/>
          </a:prstGeom>
          <a:solidFill>
            <a:srgbClr val="4B4C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nb-NO" sz="1800"/>
          </a:p>
        </p:txBody>
      </p:sp>
      <p:cxnSp>
        <p:nvCxnSpPr>
          <p:cNvPr id="9" name="Straight Connector 8"/>
          <p:cNvCxnSpPr/>
          <p:nvPr userDrawn="1"/>
        </p:nvCxnSpPr>
        <p:spPr>
          <a:xfrm>
            <a:off x="656104" y="1780141"/>
            <a:ext cx="323133" cy="0"/>
          </a:xfrm>
          <a:prstGeom prst="line">
            <a:avLst/>
          </a:prstGeom>
          <a:ln w="6350" cmpd="sng">
            <a:solidFill>
              <a:schemeClr val="accent2"/>
            </a:solidFill>
          </a:ln>
          <a:effectLst/>
        </p:spPr>
        <p:style>
          <a:lnRef idx="2">
            <a:schemeClr val="accent1"/>
          </a:lnRef>
          <a:fillRef idx="0">
            <a:schemeClr val="accent1"/>
          </a:fillRef>
          <a:effectRef idx="1">
            <a:schemeClr val="accent1"/>
          </a:effectRef>
          <a:fontRef idx="minor">
            <a:schemeClr val="tx1"/>
          </a:fontRef>
        </p:style>
      </p:cxnSp>
      <p:sp>
        <p:nvSpPr>
          <p:cNvPr id="12" name="Content Placeholder 2"/>
          <p:cNvSpPr>
            <a:spLocks noGrp="1"/>
          </p:cNvSpPr>
          <p:nvPr>
            <p:ph idx="1"/>
          </p:nvPr>
        </p:nvSpPr>
        <p:spPr>
          <a:xfrm>
            <a:off x="587254" y="2126457"/>
            <a:ext cx="3944079" cy="380020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nb-NO"/>
          </a:p>
        </p:txBody>
      </p:sp>
      <p:sp>
        <p:nvSpPr>
          <p:cNvPr id="13" name="Content Placeholder 2"/>
          <p:cNvSpPr>
            <a:spLocks noGrp="1"/>
          </p:cNvSpPr>
          <p:nvPr>
            <p:ph idx="13"/>
          </p:nvPr>
        </p:nvSpPr>
        <p:spPr>
          <a:xfrm>
            <a:off x="4673870" y="2126457"/>
            <a:ext cx="3944079" cy="380020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nb-NO"/>
          </a:p>
        </p:txBody>
      </p:sp>
    </p:spTree>
    <p:extLst>
      <p:ext uri="{BB962C8B-B14F-4D97-AF65-F5344CB8AC3E}">
        <p14:creationId xmlns:p14="http://schemas.microsoft.com/office/powerpoint/2010/main" val="3047561693"/>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Pic + Text - Grey">
    <p:spTree>
      <p:nvGrpSpPr>
        <p:cNvPr id="1" name=""/>
        <p:cNvGrpSpPr/>
        <p:nvPr/>
      </p:nvGrpSpPr>
      <p:grpSpPr>
        <a:xfrm>
          <a:off x="0" y="0"/>
          <a:ext cx="0" cy="0"/>
          <a:chOff x="0" y="0"/>
          <a:chExt cx="0" cy="0"/>
        </a:xfrm>
      </p:grpSpPr>
      <p:sp>
        <p:nvSpPr>
          <p:cNvPr id="7" name="Rectangle 6"/>
          <p:cNvSpPr/>
          <p:nvPr userDrawn="1"/>
        </p:nvSpPr>
        <p:spPr>
          <a:xfrm>
            <a:off x="4152900" y="220134"/>
            <a:ext cx="4832260" cy="6040780"/>
          </a:xfrm>
          <a:prstGeom prst="rect">
            <a:avLst/>
          </a:prstGeom>
          <a:solidFill>
            <a:schemeClr val="bg2">
              <a:alpha val="5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nb-NO" sz="1800"/>
          </a:p>
        </p:txBody>
      </p:sp>
      <p:sp>
        <p:nvSpPr>
          <p:cNvPr id="2" name="Title 1"/>
          <p:cNvSpPr>
            <a:spLocks noGrp="1"/>
          </p:cNvSpPr>
          <p:nvPr>
            <p:ph type="title"/>
          </p:nvPr>
        </p:nvSpPr>
        <p:spPr>
          <a:xfrm>
            <a:off x="4504204" y="570881"/>
            <a:ext cx="4093697" cy="1143000"/>
          </a:xfrm>
        </p:spPr>
        <p:txBody>
          <a:bodyPr/>
          <a:lstStyle/>
          <a:p>
            <a:r>
              <a:rPr lang="en-US"/>
              <a:t>Click to edit Master title style</a:t>
            </a:r>
            <a:endParaRPr lang="nb-NO" dirty="0"/>
          </a:p>
        </p:txBody>
      </p:sp>
      <p:sp>
        <p:nvSpPr>
          <p:cNvPr id="3" name="Content Placeholder 2"/>
          <p:cNvSpPr>
            <a:spLocks noGrp="1"/>
          </p:cNvSpPr>
          <p:nvPr>
            <p:ph idx="1"/>
          </p:nvPr>
        </p:nvSpPr>
        <p:spPr>
          <a:xfrm>
            <a:off x="4435354" y="2126457"/>
            <a:ext cx="4162547" cy="380020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nb-NO" dirty="0"/>
          </a:p>
        </p:txBody>
      </p:sp>
      <p:sp>
        <p:nvSpPr>
          <p:cNvPr id="4" name="Date Placeholder 3"/>
          <p:cNvSpPr>
            <a:spLocks noGrp="1"/>
          </p:cNvSpPr>
          <p:nvPr>
            <p:ph type="dt" sz="half" idx="10"/>
          </p:nvPr>
        </p:nvSpPr>
        <p:spPr/>
        <p:txBody>
          <a:bodyPr/>
          <a:lstStyle/>
          <a:p>
            <a:fld id="{BAC170A0-F4AF-784C-82F6-8AA1CFD90576}" type="datetime1">
              <a:rPr lang="nb-NO" smtClean="0"/>
              <a:t>12.03.2026</a:t>
            </a:fld>
            <a:endParaRPr lang="nb-NO" dirty="0"/>
          </a:p>
        </p:txBody>
      </p:sp>
      <p:sp>
        <p:nvSpPr>
          <p:cNvPr id="6" name="Slide Number Placeholder 5"/>
          <p:cNvSpPr>
            <a:spLocks noGrp="1"/>
          </p:cNvSpPr>
          <p:nvPr>
            <p:ph type="sldNum" sz="quarter" idx="12"/>
          </p:nvPr>
        </p:nvSpPr>
        <p:spPr/>
        <p:txBody>
          <a:bodyPr/>
          <a:lstStyle/>
          <a:p>
            <a:fld id="{28385D78-4187-AD4C-B928-A8579EE9A756}" type="slidenum">
              <a:rPr lang="nb-NO" smtClean="0"/>
              <a:t>‹#›</a:t>
            </a:fld>
            <a:endParaRPr lang="nb-NO"/>
          </a:p>
        </p:txBody>
      </p:sp>
      <p:sp>
        <p:nvSpPr>
          <p:cNvPr id="8" name="Rectangle 7"/>
          <p:cNvSpPr/>
          <p:nvPr userDrawn="1"/>
        </p:nvSpPr>
        <p:spPr>
          <a:xfrm>
            <a:off x="4153815" y="220965"/>
            <a:ext cx="4831346" cy="71412"/>
          </a:xfrm>
          <a:prstGeom prst="rect">
            <a:avLst/>
          </a:prstGeom>
          <a:solidFill>
            <a:srgbClr val="4B4C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nb-NO" sz="1800"/>
          </a:p>
        </p:txBody>
      </p:sp>
      <p:sp>
        <p:nvSpPr>
          <p:cNvPr id="10" name="Picture Placeholder 11"/>
          <p:cNvSpPr>
            <a:spLocks noGrp="1"/>
          </p:cNvSpPr>
          <p:nvPr>
            <p:ph type="pic" sz="quarter" idx="13"/>
          </p:nvPr>
        </p:nvSpPr>
        <p:spPr>
          <a:xfrm>
            <a:off x="152400" y="220134"/>
            <a:ext cx="3829050" cy="6040780"/>
          </a:xfrm>
          <a:solidFill>
            <a:srgbClr val="7E9492"/>
          </a:solidFill>
        </p:spPr>
        <p:txBody>
          <a:bodyPr/>
          <a:lstStyle/>
          <a:p>
            <a:r>
              <a:rPr lang="en-US"/>
              <a:t>Click icon to add picture</a:t>
            </a:r>
            <a:endParaRPr lang="nb-NO"/>
          </a:p>
        </p:txBody>
      </p:sp>
      <p:cxnSp>
        <p:nvCxnSpPr>
          <p:cNvPr id="11" name="Straight Connector 10"/>
          <p:cNvCxnSpPr/>
          <p:nvPr userDrawn="1"/>
        </p:nvCxnSpPr>
        <p:spPr>
          <a:xfrm>
            <a:off x="4504204" y="1780141"/>
            <a:ext cx="323133" cy="0"/>
          </a:xfrm>
          <a:prstGeom prst="line">
            <a:avLst/>
          </a:prstGeom>
          <a:ln w="6350" cmpd="sng">
            <a:solidFill>
              <a:schemeClr val="accent2"/>
            </a:solidFill>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850632710"/>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Text + Pic - Grey">
    <p:spTree>
      <p:nvGrpSpPr>
        <p:cNvPr id="1" name=""/>
        <p:cNvGrpSpPr/>
        <p:nvPr/>
      </p:nvGrpSpPr>
      <p:grpSpPr>
        <a:xfrm>
          <a:off x="0" y="0"/>
          <a:ext cx="0" cy="0"/>
          <a:chOff x="0" y="0"/>
          <a:chExt cx="0" cy="0"/>
        </a:xfrm>
      </p:grpSpPr>
      <p:sp>
        <p:nvSpPr>
          <p:cNvPr id="7" name="Rectangle 6"/>
          <p:cNvSpPr/>
          <p:nvPr userDrawn="1"/>
        </p:nvSpPr>
        <p:spPr>
          <a:xfrm>
            <a:off x="152400" y="220134"/>
            <a:ext cx="4832260" cy="6040780"/>
          </a:xfrm>
          <a:prstGeom prst="rect">
            <a:avLst/>
          </a:prstGeom>
          <a:solidFill>
            <a:schemeClr val="bg2">
              <a:alpha val="5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nb-NO" sz="1800"/>
          </a:p>
        </p:txBody>
      </p:sp>
      <p:sp>
        <p:nvSpPr>
          <p:cNvPr id="2" name="Title 1"/>
          <p:cNvSpPr>
            <a:spLocks noGrp="1"/>
          </p:cNvSpPr>
          <p:nvPr>
            <p:ph type="title"/>
          </p:nvPr>
        </p:nvSpPr>
        <p:spPr>
          <a:xfrm>
            <a:off x="503704" y="570881"/>
            <a:ext cx="4093697" cy="1143000"/>
          </a:xfrm>
        </p:spPr>
        <p:txBody>
          <a:bodyPr/>
          <a:lstStyle/>
          <a:p>
            <a:r>
              <a:rPr lang="en-US"/>
              <a:t>Click to edit Master title style</a:t>
            </a:r>
            <a:endParaRPr lang="nb-NO" dirty="0"/>
          </a:p>
        </p:txBody>
      </p:sp>
      <p:sp>
        <p:nvSpPr>
          <p:cNvPr id="3" name="Content Placeholder 2"/>
          <p:cNvSpPr>
            <a:spLocks noGrp="1"/>
          </p:cNvSpPr>
          <p:nvPr>
            <p:ph idx="1"/>
          </p:nvPr>
        </p:nvSpPr>
        <p:spPr>
          <a:xfrm>
            <a:off x="434854" y="2126457"/>
            <a:ext cx="4162547" cy="380020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nb-NO" dirty="0"/>
          </a:p>
        </p:txBody>
      </p:sp>
      <p:sp>
        <p:nvSpPr>
          <p:cNvPr id="4" name="Date Placeholder 3"/>
          <p:cNvSpPr>
            <a:spLocks noGrp="1"/>
          </p:cNvSpPr>
          <p:nvPr>
            <p:ph type="dt" sz="half" idx="10"/>
          </p:nvPr>
        </p:nvSpPr>
        <p:spPr/>
        <p:txBody>
          <a:bodyPr/>
          <a:lstStyle/>
          <a:p>
            <a:fld id="{C6A0D644-D198-0544-B930-C1227F213393}" type="datetime1">
              <a:rPr lang="nb-NO" smtClean="0"/>
              <a:t>12.03.2026</a:t>
            </a:fld>
            <a:endParaRPr lang="nb-NO" dirty="0"/>
          </a:p>
        </p:txBody>
      </p:sp>
      <p:sp>
        <p:nvSpPr>
          <p:cNvPr id="6" name="Slide Number Placeholder 5"/>
          <p:cNvSpPr>
            <a:spLocks noGrp="1"/>
          </p:cNvSpPr>
          <p:nvPr>
            <p:ph type="sldNum" sz="quarter" idx="12"/>
          </p:nvPr>
        </p:nvSpPr>
        <p:spPr/>
        <p:txBody>
          <a:bodyPr/>
          <a:lstStyle/>
          <a:p>
            <a:fld id="{28385D78-4187-AD4C-B928-A8579EE9A756}" type="slidenum">
              <a:rPr lang="nb-NO" smtClean="0"/>
              <a:t>‹#›</a:t>
            </a:fld>
            <a:endParaRPr lang="nb-NO"/>
          </a:p>
        </p:txBody>
      </p:sp>
      <p:sp>
        <p:nvSpPr>
          <p:cNvPr id="8" name="Rectangle 7"/>
          <p:cNvSpPr/>
          <p:nvPr userDrawn="1"/>
        </p:nvSpPr>
        <p:spPr>
          <a:xfrm>
            <a:off x="153315" y="220965"/>
            <a:ext cx="4831346" cy="71412"/>
          </a:xfrm>
          <a:prstGeom prst="rect">
            <a:avLst/>
          </a:prstGeom>
          <a:solidFill>
            <a:srgbClr val="4B4C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nb-NO" sz="1800"/>
          </a:p>
        </p:txBody>
      </p:sp>
      <p:sp>
        <p:nvSpPr>
          <p:cNvPr id="10" name="Picture Placeholder 11"/>
          <p:cNvSpPr>
            <a:spLocks noGrp="1"/>
          </p:cNvSpPr>
          <p:nvPr>
            <p:ph type="pic" sz="quarter" idx="13"/>
          </p:nvPr>
        </p:nvSpPr>
        <p:spPr>
          <a:xfrm>
            <a:off x="5156110" y="220134"/>
            <a:ext cx="3829050" cy="6040780"/>
          </a:xfrm>
          <a:solidFill>
            <a:srgbClr val="7E9492"/>
          </a:solidFill>
        </p:spPr>
        <p:txBody>
          <a:bodyPr/>
          <a:lstStyle/>
          <a:p>
            <a:r>
              <a:rPr lang="en-US"/>
              <a:t>Click icon to add picture</a:t>
            </a:r>
            <a:endParaRPr lang="nb-NO"/>
          </a:p>
        </p:txBody>
      </p:sp>
      <p:cxnSp>
        <p:nvCxnSpPr>
          <p:cNvPr id="11" name="Straight Connector 10"/>
          <p:cNvCxnSpPr/>
          <p:nvPr userDrawn="1"/>
        </p:nvCxnSpPr>
        <p:spPr>
          <a:xfrm>
            <a:off x="503704" y="1780141"/>
            <a:ext cx="323133" cy="0"/>
          </a:xfrm>
          <a:prstGeom prst="line">
            <a:avLst/>
          </a:prstGeom>
          <a:ln w="6350" cmpd="sng">
            <a:solidFill>
              <a:schemeClr val="accent2"/>
            </a:solidFill>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885888080"/>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Graph + Text - Grey">
    <p:spTree>
      <p:nvGrpSpPr>
        <p:cNvPr id="1" name=""/>
        <p:cNvGrpSpPr/>
        <p:nvPr/>
      </p:nvGrpSpPr>
      <p:grpSpPr>
        <a:xfrm>
          <a:off x="0" y="0"/>
          <a:ext cx="0" cy="0"/>
          <a:chOff x="0" y="0"/>
          <a:chExt cx="0" cy="0"/>
        </a:xfrm>
      </p:grpSpPr>
      <p:sp>
        <p:nvSpPr>
          <p:cNvPr id="7" name="Rectangle 6"/>
          <p:cNvSpPr/>
          <p:nvPr userDrawn="1"/>
        </p:nvSpPr>
        <p:spPr>
          <a:xfrm>
            <a:off x="4152900" y="220134"/>
            <a:ext cx="4832260" cy="6040780"/>
          </a:xfrm>
          <a:prstGeom prst="rect">
            <a:avLst/>
          </a:prstGeom>
          <a:solidFill>
            <a:schemeClr val="bg2">
              <a:alpha val="5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nb-NO" sz="1800"/>
          </a:p>
        </p:txBody>
      </p:sp>
      <p:sp>
        <p:nvSpPr>
          <p:cNvPr id="2" name="Title 1"/>
          <p:cNvSpPr>
            <a:spLocks noGrp="1"/>
          </p:cNvSpPr>
          <p:nvPr>
            <p:ph type="title"/>
          </p:nvPr>
        </p:nvSpPr>
        <p:spPr>
          <a:xfrm>
            <a:off x="4504204" y="570881"/>
            <a:ext cx="4093697" cy="1143000"/>
          </a:xfrm>
        </p:spPr>
        <p:txBody>
          <a:bodyPr/>
          <a:lstStyle/>
          <a:p>
            <a:r>
              <a:rPr lang="en-US"/>
              <a:t>Click to edit Master title style</a:t>
            </a:r>
            <a:endParaRPr lang="nb-NO" dirty="0"/>
          </a:p>
        </p:txBody>
      </p:sp>
      <p:sp>
        <p:nvSpPr>
          <p:cNvPr id="3" name="Content Placeholder 2"/>
          <p:cNvSpPr>
            <a:spLocks noGrp="1"/>
          </p:cNvSpPr>
          <p:nvPr>
            <p:ph idx="1"/>
          </p:nvPr>
        </p:nvSpPr>
        <p:spPr>
          <a:xfrm>
            <a:off x="4435354" y="2126457"/>
            <a:ext cx="4162547" cy="380020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nb-NO" dirty="0"/>
          </a:p>
        </p:txBody>
      </p:sp>
      <p:sp>
        <p:nvSpPr>
          <p:cNvPr id="4" name="Date Placeholder 3"/>
          <p:cNvSpPr>
            <a:spLocks noGrp="1"/>
          </p:cNvSpPr>
          <p:nvPr>
            <p:ph type="dt" sz="half" idx="10"/>
          </p:nvPr>
        </p:nvSpPr>
        <p:spPr/>
        <p:txBody>
          <a:bodyPr/>
          <a:lstStyle/>
          <a:p>
            <a:fld id="{DE87FAC7-51C0-EB4D-8A36-361A05B74186}" type="datetime1">
              <a:rPr lang="nb-NO" smtClean="0"/>
              <a:t>12.03.2026</a:t>
            </a:fld>
            <a:endParaRPr lang="nb-NO" dirty="0"/>
          </a:p>
        </p:txBody>
      </p:sp>
      <p:sp>
        <p:nvSpPr>
          <p:cNvPr id="6" name="Slide Number Placeholder 5"/>
          <p:cNvSpPr>
            <a:spLocks noGrp="1"/>
          </p:cNvSpPr>
          <p:nvPr>
            <p:ph type="sldNum" sz="quarter" idx="12"/>
          </p:nvPr>
        </p:nvSpPr>
        <p:spPr/>
        <p:txBody>
          <a:bodyPr/>
          <a:lstStyle/>
          <a:p>
            <a:fld id="{28385D78-4187-AD4C-B928-A8579EE9A756}" type="slidenum">
              <a:rPr lang="nb-NO" smtClean="0"/>
              <a:t>‹#›</a:t>
            </a:fld>
            <a:endParaRPr lang="nb-NO"/>
          </a:p>
        </p:txBody>
      </p:sp>
      <p:sp>
        <p:nvSpPr>
          <p:cNvPr id="8" name="Rectangle 7"/>
          <p:cNvSpPr/>
          <p:nvPr userDrawn="1"/>
        </p:nvSpPr>
        <p:spPr>
          <a:xfrm>
            <a:off x="4153815" y="220965"/>
            <a:ext cx="4831346" cy="71412"/>
          </a:xfrm>
          <a:prstGeom prst="rect">
            <a:avLst/>
          </a:prstGeom>
          <a:solidFill>
            <a:srgbClr val="4B4C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nb-NO" sz="1800"/>
          </a:p>
        </p:txBody>
      </p:sp>
      <p:cxnSp>
        <p:nvCxnSpPr>
          <p:cNvPr id="11" name="Straight Connector 10"/>
          <p:cNvCxnSpPr/>
          <p:nvPr userDrawn="1"/>
        </p:nvCxnSpPr>
        <p:spPr>
          <a:xfrm>
            <a:off x="4504204" y="1780141"/>
            <a:ext cx="323133" cy="0"/>
          </a:xfrm>
          <a:prstGeom prst="line">
            <a:avLst/>
          </a:prstGeom>
          <a:ln w="6350" cmpd="sng">
            <a:solidFill>
              <a:schemeClr val="accent2"/>
            </a:solidFill>
          </a:ln>
          <a:effectLst/>
        </p:spPr>
        <p:style>
          <a:lnRef idx="2">
            <a:schemeClr val="accent1"/>
          </a:lnRef>
          <a:fillRef idx="0">
            <a:schemeClr val="accent1"/>
          </a:fillRef>
          <a:effectRef idx="1">
            <a:schemeClr val="accent1"/>
          </a:effectRef>
          <a:fontRef idx="minor">
            <a:schemeClr val="tx1"/>
          </a:fontRef>
        </p:style>
      </p:cxnSp>
      <p:sp>
        <p:nvSpPr>
          <p:cNvPr id="14" name="Rectangle 13"/>
          <p:cNvSpPr/>
          <p:nvPr userDrawn="1"/>
        </p:nvSpPr>
        <p:spPr>
          <a:xfrm>
            <a:off x="152400" y="220134"/>
            <a:ext cx="3829050" cy="6040780"/>
          </a:xfrm>
          <a:prstGeom prst="rect">
            <a:avLst/>
          </a:prstGeom>
          <a:solidFill>
            <a:schemeClr val="bg2">
              <a:lumMod val="9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nb-NO" sz="1800"/>
          </a:p>
        </p:txBody>
      </p:sp>
      <p:sp>
        <p:nvSpPr>
          <p:cNvPr id="18" name="Content Placeholder 17"/>
          <p:cNvSpPr>
            <a:spLocks noGrp="1"/>
          </p:cNvSpPr>
          <p:nvPr>
            <p:ph sz="quarter" idx="13" hasCustomPrompt="1"/>
          </p:nvPr>
        </p:nvSpPr>
        <p:spPr>
          <a:xfrm>
            <a:off x="152400" y="220134"/>
            <a:ext cx="3829050" cy="6040780"/>
          </a:xfrm>
        </p:spPr>
        <p:txBody>
          <a:bodyPr/>
          <a:lstStyle>
            <a:lvl1pPr marL="0" indent="0">
              <a:buNone/>
              <a:defRPr baseline="0"/>
            </a:lvl1pPr>
          </a:lstStyle>
          <a:p>
            <a:pPr lvl="0"/>
            <a:r>
              <a:rPr lang="nb-NO" dirty="0"/>
              <a:t>Graph / </a:t>
            </a:r>
            <a:r>
              <a:rPr lang="nb-NO" dirty="0" err="1"/>
              <a:t>Smartart</a:t>
            </a:r>
            <a:endParaRPr lang="nb-NO" dirty="0"/>
          </a:p>
        </p:txBody>
      </p:sp>
    </p:spTree>
    <p:extLst>
      <p:ext uri="{BB962C8B-B14F-4D97-AF65-F5344CB8AC3E}">
        <p14:creationId xmlns:p14="http://schemas.microsoft.com/office/powerpoint/2010/main" val="1354338457"/>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Text + Graph - Grey">
    <p:spTree>
      <p:nvGrpSpPr>
        <p:cNvPr id="1" name=""/>
        <p:cNvGrpSpPr/>
        <p:nvPr/>
      </p:nvGrpSpPr>
      <p:grpSpPr>
        <a:xfrm>
          <a:off x="0" y="0"/>
          <a:ext cx="0" cy="0"/>
          <a:chOff x="0" y="0"/>
          <a:chExt cx="0" cy="0"/>
        </a:xfrm>
      </p:grpSpPr>
      <p:sp>
        <p:nvSpPr>
          <p:cNvPr id="7" name="Rectangle 6"/>
          <p:cNvSpPr/>
          <p:nvPr userDrawn="1"/>
        </p:nvSpPr>
        <p:spPr>
          <a:xfrm>
            <a:off x="152400" y="220134"/>
            <a:ext cx="4832260" cy="6040780"/>
          </a:xfrm>
          <a:prstGeom prst="rect">
            <a:avLst/>
          </a:prstGeom>
          <a:solidFill>
            <a:schemeClr val="bg2">
              <a:alpha val="5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nb-NO" sz="1800"/>
          </a:p>
        </p:txBody>
      </p:sp>
      <p:sp>
        <p:nvSpPr>
          <p:cNvPr id="2" name="Title 1"/>
          <p:cNvSpPr>
            <a:spLocks noGrp="1"/>
          </p:cNvSpPr>
          <p:nvPr>
            <p:ph type="title"/>
          </p:nvPr>
        </p:nvSpPr>
        <p:spPr>
          <a:xfrm>
            <a:off x="503704" y="570881"/>
            <a:ext cx="4093697" cy="1143000"/>
          </a:xfrm>
        </p:spPr>
        <p:txBody>
          <a:bodyPr/>
          <a:lstStyle/>
          <a:p>
            <a:r>
              <a:rPr lang="en-US"/>
              <a:t>Click to edit Master title style</a:t>
            </a:r>
            <a:endParaRPr lang="nb-NO" dirty="0"/>
          </a:p>
        </p:txBody>
      </p:sp>
      <p:sp>
        <p:nvSpPr>
          <p:cNvPr id="3" name="Content Placeholder 2"/>
          <p:cNvSpPr>
            <a:spLocks noGrp="1"/>
          </p:cNvSpPr>
          <p:nvPr>
            <p:ph idx="1"/>
          </p:nvPr>
        </p:nvSpPr>
        <p:spPr>
          <a:xfrm>
            <a:off x="434854" y="2126457"/>
            <a:ext cx="4162547" cy="380020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nb-NO" dirty="0"/>
          </a:p>
        </p:txBody>
      </p:sp>
      <p:sp>
        <p:nvSpPr>
          <p:cNvPr id="4" name="Date Placeholder 3"/>
          <p:cNvSpPr>
            <a:spLocks noGrp="1"/>
          </p:cNvSpPr>
          <p:nvPr>
            <p:ph type="dt" sz="half" idx="10"/>
          </p:nvPr>
        </p:nvSpPr>
        <p:spPr/>
        <p:txBody>
          <a:bodyPr/>
          <a:lstStyle/>
          <a:p>
            <a:fld id="{F98C53A1-9BB4-164E-AE9A-3854EA41B1DD}" type="datetime1">
              <a:rPr lang="nb-NO" smtClean="0"/>
              <a:t>12.03.2026</a:t>
            </a:fld>
            <a:endParaRPr lang="nb-NO" dirty="0"/>
          </a:p>
        </p:txBody>
      </p:sp>
      <p:sp>
        <p:nvSpPr>
          <p:cNvPr id="6" name="Slide Number Placeholder 5"/>
          <p:cNvSpPr>
            <a:spLocks noGrp="1"/>
          </p:cNvSpPr>
          <p:nvPr>
            <p:ph type="sldNum" sz="quarter" idx="12"/>
          </p:nvPr>
        </p:nvSpPr>
        <p:spPr/>
        <p:txBody>
          <a:bodyPr/>
          <a:lstStyle/>
          <a:p>
            <a:fld id="{28385D78-4187-AD4C-B928-A8579EE9A756}" type="slidenum">
              <a:rPr lang="nb-NO" smtClean="0"/>
              <a:t>‹#›</a:t>
            </a:fld>
            <a:endParaRPr lang="nb-NO"/>
          </a:p>
        </p:txBody>
      </p:sp>
      <p:sp>
        <p:nvSpPr>
          <p:cNvPr id="8" name="Rectangle 7"/>
          <p:cNvSpPr/>
          <p:nvPr userDrawn="1"/>
        </p:nvSpPr>
        <p:spPr>
          <a:xfrm>
            <a:off x="153315" y="220965"/>
            <a:ext cx="4831346" cy="71412"/>
          </a:xfrm>
          <a:prstGeom prst="rect">
            <a:avLst/>
          </a:prstGeom>
          <a:solidFill>
            <a:srgbClr val="4B4C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nb-NO" sz="1800"/>
          </a:p>
        </p:txBody>
      </p:sp>
      <p:cxnSp>
        <p:nvCxnSpPr>
          <p:cNvPr id="11" name="Straight Connector 10"/>
          <p:cNvCxnSpPr/>
          <p:nvPr userDrawn="1"/>
        </p:nvCxnSpPr>
        <p:spPr>
          <a:xfrm>
            <a:off x="503704" y="1780141"/>
            <a:ext cx="323133" cy="0"/>
          </a:xfrm>
          <a:prstGeom prst="line">
            <a:avLst/>
          </a:prstGeom>
          <a:ln w="6350" cmpd="sng">
            <a:solidFill>
              <a:schemeClr val="accent2"/>
            </a:solidFill>
          </a:ln>
          <a:effectLst/>
        </p:spPr>
        <p:style>
          <a:lnRef idx="2">
            <a:schemeClr val="accent1"/>
          </a:lnRef>
          <a:fillRef idx="0">
            <a:schemeClr val="accent1"/>
          </a:fillRef>
          <a:effectRef idx="1">
            <a:schemeClr val="accent1"/>
          </a:effectRef>
          <a:fontRef idx="minor">
            <a:schemeClr val="tx1"/>
          </a:fontRef>
        </p:style>
      </p:cxnSp>
      <p:sp>
        <p:nvSpPr>
          <p:cNvPr id="12" name="Rectangle 11"/>
          <p:cNvSpPr/>
          <p:nvPr userDrawn="1"/>
        </p:nvSpPr>
        <p:spPr>
          <a:xfrm>
            <a:off x="5156110" y="220134"/>
            <a:ext cx="3829050" cy="6040780"/>
          </a:xfrm>
          <a:prstGeom prst="rect">
            <a:avLst/>
          </a:prstGeom>
          <a:solidFill>
            <a:schemeClr val="bg2">
              <a:lumMod val="9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nb-NO" sz="1800"/>
          </a:p>
        </p:txBody>
      </p:sp>
      <p:sp>
        <p:nvSpPr>
          <p:cNvPr id="13" name="Content Placeholder 17"/>
          <p:cNvSpPr>
            <a:spLocks noGrp="1"/>
          </p:cNvSpPr>
          <p:nvPr>
            <p:ph sz="quarter" idx="13" hasCustomPrompt="1"/>
          </p:nvPr>
        </p:nvSpPr>
        <p:spPr>
          <a:xfrm>
            <a:off x="5156110" y="220134"/>
            <a:ext cx="3829050" cy="6040780"/>
          </a:xfrm>
        </p:spPr>
        <p:txBody>
          <a:bodyPr/>
          <a:lstStyle>
            <a:lvl1pPr marL="0" indent="0">
              <a:buNone/>
              <a:defRPr baseline="0"/>
            </a:lvl1pPr>
          </a:lstStyle>
          <a:p>
            <a:pPr lvl="0"/>
            <a:r>
              <a:rPr lang="nb-NO" dirty="0"/>
              <a:t>Graph / </a:t>
            </a:r>
            <a:r>
              <a:rPr lang="nb-NO" dirty="0" err="1"/>
              <a:t>Smartart</a:t>
            </a:r>
            <a:endParaRPr lang="nb-NO" dirty="0"/>
          </a:p>
        </p:txBody>
      </p:sp>
    </p:spTree>
    <p:extLst>
      <p:ext uri="{BB962C8B-B14F-4D97-AF65-F5344CB8AC3E}">
        <p14:creationId xmlns:p14="http://schemas.microsoft.com/office/powerpoint/2010/main" val="3528514382"/>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Picture">
    <p:spTree>
      <p:nvGrpSpPr>
        <p:cNvPr id="1" name=""/>
        <p:cNvGrpSpPr/>
        <p:nvPr/>
      </p:nvGrpSpPr>
      <p:grpSpPr>
        <a:xfrm>
          <a:off x="0" y="0"/>
          <a:ext cx="0" cy="0"/>
          <a:chOff x="0" y="0"/>
          <a:chExt cx="0" cy="0"/>
        </a:xfrm>
      </p:grpSpPr>
      <p:sp>
        <p:nvSpPr>
          <p:cNvPr id="7" name="Rectangle 6"/>
          <p:cNvSpPr/>
          <p:nvPr userDrawn="1"/>
        </p:nvSpPr>
        <p:spPr>
          <a:xfrm>
            <a:off x="152400" y="220134"/>
            <a:ext cx="8832760" cy="6040780"/>
          </a:xfrm>
          <a:prstGeom prst="rect">
            <a:avLst/>
          </a:prstGeom>
          <a:solidFill>
            <a:schemeClr val="bg2">
              <a:alpha val="5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nb-NO" sz="1800"/>
          </a:p>
        </p:txBody>
      </p:sp>
      <p:sp>
        <p:nvSpPr>
          <p:cNvPr id="4" name="Date Placeholder 3"/>
          <p:cNvSpPr>
            <a:spLocks noGrp="1"/>
          </p:cNvSpPr>
          <p:nvPr>
            <p:ph type="dt" sz="half" idx="10"/>
          </p:nvPr>
        </p:nvSpPr>
        <p:spPr/>
        <p:txBody>
          <a:bodyPr/>
          <a:lstStyle/>
          <a:p>
            <a:fld id="{B973D11A-E878-5944-926B-84A43B6D9342}" type="datetime1">
              <a:rPr lang="nb-NO" smtClean="0"/>
              <a:t>12.03.2026</a:t>
            </a:fld>
            <a:endParaRPr lang="nb-NO" dirty="0"/>
          </a:p>
        </p:txBody>
      </p:sp>
      <p:sp>
        <p:nvSpPr>
          <p:cNvPr id="6" name="Slide Number Placeholder 5"/>
          <p:cNvSpPr>
            <a:spLocks noGrp="1"/>
          </p:cNvSpPr>
          <p:nvPr>
            <p:ph type="sldNum" sz="quarter" idx="12"/>
          </p:nvPr>
        </p:nvSpPr>
        <p:spPr/>
        <p:txBody>
          <a:bodyPr/>
          <a:lstStyle/>
          <a:p>
            <a:fld id="{28385D78-4187-AD4C-B928-A8579EE9A756}" type="slidenum">
              <a:rPr lang="nb-NO" smtClean="0"/>
              <a:t>‹#›</a:t>
            </a:fld>
            <a:endParaRPr lang="nb-NO"/>
          </a:p>
        </p:txBody>
      </p:sp>
      <p:sp>
        <p:nvSpPr>
          <p:cNvPr id="8" name="Rectangle 7"/>
          <p:cNvSpPr/>
          <p:nvPr userDrawn="1"/>
        </p:nvSpPr>
        <p:spPr>
          <a:xfrm>
            <a:off x="154071" y="220965"/>
            <a:ext cx="8831090" cy="71412"/>
          </a:xfrm>
          <a:prstGeom prst="rect">
            <a:avLst/>
          </a:prstGeom>
          <a:solidFill>
            <a:srgbClr val="4B4C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nb-NO" sz="1800"/>
          </a:p>
        </p:txBody>
      </p:sp>
      <p:sp>
        <p:nvSpPr>
          <p:cNvPr id="9" name="Picture Placeholder 8"/>
          <p:cNvSpPr>
            <a:spLocks noGrp="1"/>
          </p:cNvSpPr>
          <p:nvPr>
            <p:ph type="pic" sz="quarter" idx="13"/>
          </p:nvPr>
        </p:nvSpPr>
        <p:spPr>
          <a:xfrm>
            <a:off x="152400" y="292101"/>
            <a:ext cx="8832850" cy="5968813"/>
          </a:xfrm>
          <a:solidFill>
            <a:srgbClr val="BCCCD1"/>
          </a:solidFill>
        </p:spPr>
        <p:txBody>
          <a:bodyPr/>
          <a:lstStyle/>
          <a:p>
            <a:r>
              <a:rPr lang="en-US"/>
              <a:t>Click icon to add picture</a:t>
            </a:r>
            <a:endParaRPr lang="nb-NO"/>
          </a:p>
        </p:txBody>
      </p:sp>
    </p:spTree>
    <p:extLst>
      <p:ext uri="{BB962C8B-B14F-4D97-AF65-F5344CB8AC3E}">
        <p14:creationId xmlns:p14="http://schemas.microsoft.com/office/powerpoint/2010/main" val="3741460930"/>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Graph or Quote">
    <p:spTree>
      <p:nvGrpSpPr>
        <p:cNvPr id="1" name=""/>
        <p:cNvGrpSpPr/>
        <p:nvPr/>
      </p:nvGrpSpPr>
      <p:grpSpPr>
        <a:xfrm>
          <a:off x="0" y="0"/>
          <a:ext cx="0" cy="0"/>
          <a:chOff x="0" y="0"/>
          <a:chExt cx="0" cy="0"/>
        </a:xfrm>
      </p:grpSpPr>
      <p:sp>
        <p:nvSpPr>
          <p:cNvPr id="7" name="Rectangle 6"/>
          <p:cNvSpPr/>
          <p:nvPr userDrawn="1"/>
        </p:nvSpPr>
        <p:spPr>
          <a:xfrm>
            <a:off x="152400" y="220134"/>
            <a:ext cx="8832760" cy="6040780"/>
          </a:xfrm>
          <a:prstGeom prst="rect">
            <a:avLst/>
          </a:prstGeom>
          <a:solidFill>
            <a:schemeClr val="bg2">
              <a:alpha val="5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nb-NO" sz="1800"/>
          </a:p>
        </p:txBody>
      </p:sp>
      <p:sp>
        <p:nvSpPr>
          <p:cNvPr id="3" name="Content Placeholder 2"/>
          <p:cNvSpPr>
            <a:spLocks noGrp="1"/>
          </p:cNvSpPr>
          <p:nvPr>
            <p:ph idx="1" hasCustomPrompt="1"/>
          </p:nvPr>
        </p:nvSpPr>
        <p:spPr>
          <a:xfrm>
            <a:off x="154071" y="292378"/>
            <a:ext cx="8831090" cy="5968537"/>
          </a:xfrm>
        </p:spPr>
        <p:txBody>
          <a:bodyPr anchor="ctr">
            <a:normAutofit/>
          </a:bodyPr>
          <a:lstStyle>
            <a:lvl1pPr marL="0" indent="0" algn="ctr">
              <a:buNone/>
              <a:defRPr sz="3200" b="1">
                <a:latin typeface="Times New Roman"/>
                <a:cs typeface="Times New Roman"/>
              </a:defRPr>
            </a:lvl1pPr>
          </a:lstStyle>
          <a:p>
            <a:pPr lvl="0"/>
            <a:r>
              <a:rPr lang="nb-NO" dirty="0"/>
              <a:t>«</a:t>
            </a:r>
            <a:r>
              <a:rPr lang="nb-NO" dirty="0" err="1"/>
              <a:t>Quote</a:t>
            </a:r>
            <a:r>
              <a:rPr lang="nb-NO" dirty="0"/>
              <a:t>»</a:t>
            </a:r>
          </a:p>
        </p:txBody>
      </p:sp>
      <p:sp>
        <p:nvSpPr>
          <p:cNvPr id="4" name="Date Placeholder 3"/>
          <p:cNvSpPr>
            <a:spLocks noGrp="1"/>
          </p:cNvSpPr>
          <p:nvPr>
            <p:ph type="dt" sz="half" idx="10"/>
          </p:nvPr>
        </p:nvSpPr>
        <p:spPr/>
        <p:txBody>
          <a:bodyPr/>
          <a:lstStyle/>
          <a:p>
            <a:fld id="{4CD111DA-76AE-8F46-BEBF-1D6B9C6BEB4F}" type="datetime1">
              <a:rPr lang="nb-NO" smtClean="0"/>
              <a:t>12.03.2026</a:t>
            </a:fld>
            <a:endParaRPr lang="nb-NO" dirty="0"/>
          </a:p>
        </p:txBody>
      </p:sp>
      <p:sp>
        <p:nvSpPr>
          <p:cNvPr id="6" name="Slide Number Placeholder 5"/>
          <p:cNvSpPr>
            <a:spLocks noGrp="1"/>
          </p:cNvSpPr>
          <p:nvPr>
            <p:ph type="sldNum" sz="quarter" idx="12"/>
          </p:nvPr>
        </p:nvSpPr>
        <p:spPr/>
        <p:txBody>
          <a:bodyPr/>
          <a:lstStyle/>
          <a:p>
            <a:fld id="{28385D78-4187-AD4C-B928-A8579EE9A756}" type="slidenum">
              <a:rPr lang="nb-NO" smtClean="0"/>
              <a:t>‹#›</a:t>
            </a:fld>
            <a:endParaRPr lang="nb-NO"/>
          </a:p>
        </p:txBody>
      </p:sp>
      <p:sp>
        <p:nvSpPr>
          <p:cNvPr id="8" name="Rectangle 7"/>
          <p:cNvSpPr/>
          <p:nvPr userDrawn="1"/>
        </p:nvSpPr>
        <p:spPr>
          <a:xfrm>
            <a:off x="154071" y="220965"/>
            <a:ext cx="8831090" cy="71412"/>
          </a:xfrm>
          <a:prstGeom prst="rect">
            <a:avLst/>
          </a:prstGeom>
          <a:solidFill>
            <a:srgbClr val="4B4C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nb-NO" sz="1800"/>
          </a:p>
        </p:txBody>
      </p:sp>
    </p:spTree>
    <p:extLst>
      <p:ext uri="{BB962C8B-B14F-4D97-AF65-F5344CB8AC3E}">
        <p14:creationId xmlns:p14="http://schemas.microsoft.com/office/powerpoint/2010/main" val="3226292057"/>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3 Columns">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F56B25DD-6713-8646-A9CE-34E0FC3C79B1}" type="datetime1">
              <a:rPr lang="nb-NO" smtClean="0"/>
              <a:t>12.03.2026</a:t>
            </a:fld>
            <a:endParaRPr lang="nb-NO" dirty="0"/>
          </a:p>
        </p:txBody>
      </p:sp>
      <p:sp>
        <p:nvSpPr>
          <p:cNvPr id="6" name="Slide Number Placeholder 5"/>
          <p:cNvSpPr>
            <a:spLocks noGrp="1"/>
          </p:cNvSpPr>
          <p:nvPr>
            <p:ph type="sldNum" sz="quarter" idx="12"/>
          </p:nvPr>
        </p:nvSpPr>
        <p:spPr/>
        <p:txBody>
          <a:bodyPr/>
          <a:lstStyle/>
          <a:p>
            <a:fld id="{28385D78-4187-AD4C-B928-A8579EE9A756}" type="slidenum">
              <a:rPr lang="nb-NO" smtClean="0"/>
              <a:t>‹#›</a:t>
            </a:fld>
            <a:endParaRPr lang="nb-NO"/>
          </a:p>
        </p:txBody>
      </p:sp>
      <p:sp>
        <p:nvSpPr>
          <p:cNvPr id="8" name="Rectangle 7"/>
          <p:cNvSpPr/>
          <p:nvPr userDrawn="1"/>
        </p:nvSpPr>
        <p:spPr>
          <a:xfrm>
            <a:off x="154070" y="220965"/>
            <a:ext cx="2880000" cy="71412"/>
          </a:xfrm>
          <a:prstGeom prst="rect">
            <a:avLst/>
          </a:prstGeom>
          <a:solidFill>
            <a:srgbClr val="4B4C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nb-NO" sz="1800"/>
          </a:p>
        </p:txBody>
      </p:sp>
      <p:sp>
        <p:nvSpPr>
          <p:cNvPr id="11" name="Rectangle 10"/>
          <p:cNvSpPr/>
          <p:nvPr userDrawn="1"/>
        </p:nvSpPr>
        <p:spPr>
          <a:xfrm>
            <a:off x="6105160" y="220965"/>
            <a:ext cx="2880000" cy="71412"/>
          </a:xfrm>
          <a:prstGeom prst="rect">
            <a:avLst/>
          </a:prstGeom>
          <a:solidFill>
            <a:schemeClr val="accent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nb-NO" sz="1800"/>
          </a:p>
        </p:txBody>
      </p:sp>
      <p:sp>
        <p:nvSpPr>
          <p:cNvPr id="12" name="Rectangle 11"/>
          <p:cNvSpPr/>
          <p:nvPr userDrawn="1"/>
        </p:nvSpPr>
        <p:spPr>
          <a:xfrm>
            <a:off x="3129615" y="220965"/>
            <a:ext cx="2880000" cy="71412"/>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nb-NO" sz="1800"/>
          </a:p>
        </p:txBody>
      </p:sp>
      <p:sp>
        <p:nvSpPr>
          <p:cNvPr id="13" name="Picture Placeholder 8"/>
          <p:cNvSpPr>
            <a:spLocks noGrp="1"/>
          </p:cNvSpPr>
          <p:nvPr>
            <p:ph type="pic" sz="quarter" idx="13"/>
          </p:nvPr>
        </p:nvSpPr>
        <p:spPr>
          <a:xfrm>
            <a:off x="152401" y="292100"/>
            <a:ext cx="2881670" cy="1994312"/>
          </a:xfrm>
          <a:solidFill>
            <a:srgbClr val="BCCCD1"/>
          </a:solidFill>
        </p:spPr>
        <p:txBody>
          <a:bodyPr/>
          <a:lstStyle/>
          <a:p>
            <a:r>
              <a:rPr lang="en-US"/>
              <a:t>Click icon to add picture</a:t>
            </a:r>
            <a:endParaRPr lang="nb-NO"/>
          </a:p>
        </p:txBody>
      </p:sp>
      <p:sp>
        <p:nvSpPr>
          <p:cNvPr id="14" name="Picture Placeholder 8"/>
          <p:cNvSpPr>
            <a:spLocks noGrp="1"/>
          </p:cNvSpPr>
          <p:nvPr>
            <p:ph type="pic" sz="quarter" idx="14"/>
          </p:nvPr>
        </p:nvSpPr>
        <p:spPr>
          <a:xfrm>
            <a:off x="3127945" y="292100"/>
            <a:ext cx="2881670" cy="1994312"/>
          </a:xfrm>
          <a:solidFill>
            <a:srgbClr val="BCCCD1"/>
          </a:solidFill>
        </p:spPr>
        <p:txBody>
          <a:bodyPr/>
          <a:lstStyle/>
          <a:p>
            <a:r>
              <a:rPr lang="en-US"/>
              <a:t>Click icon to add picture</a:t>
            </a:r>
            <a:endParaRPr lang="nb-NO"/>
          </a:p>
        </p:txBody>
      </p:sp>
      <p:sp>
        <p:nvSpPr>
          <p:cNvPr id="15" name="Picture Placeholder 8"/>
          <p:cNvSpPr>
            <a:spLocks noGrp="1"/>
          </p:cNvSpPr>
          <p:nvPr>
            <p:ph type="pic" sz="quarter" idx="15"/>
          </p:nvPr>
        </p:nvSpPr>
        <p:spPr>
          <a:xfrm>
            <a:off x="6103491" y="292100"/>
            <a:ext cx="2881670" cy="1994312"/>
          </a:xfrm>
          <a:solidFill>
            <a:srgbClr val="BCCCD1"/>
          </a:solidFill>
        </p:spPr>
        <p:txBody>
          <a:bodyPr/>
          <a:lstStyle/>
          <a:p>
            <a:r>
              <a:rPr lang="en-US"/>
              <a:t>Click icon to add picture</a:t>
            </a:r>
            <a:endParaRPr lang="nb-NO"/>
          </a:p>
        </p:txBody>
      </p:sp>
      <p:sp>
        <p:nvSpPr>
          <p:cNvPr id="16" name="Content Placeholder 2"/>
          <p:cNvSpPr>
            <a:spLocks noGrp="1"/>
          </p:cNvSpPr>
          <p:nvPr>
            <p:ph idx="1"/>
          </p:nvPr>
        </p:nvSpPr>
        <p:spPr>
          <a:xfrm>
            <a:off x="154071" y="2404945"/>
            <a:ext cx="2880000" cy="380020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nb-NO" dirty="0"/>
          </a:p>
        </p:txBody>
      </p:sp>
      <p:sp>
        <p:nvSpPr>
          <p:cNvPr id="17" name="Content Placeholder 2"/>
          <p:cNvSpPr>
            <a:spLocks noGrp="1"/>
          </p:cNvSpPr>
          <p:nvPr>
            <p:ph idx="16"/>
          </p:nvPr>
        </p:nvSpPr>
        <p:spPr>
          <a:xfrm>
            <a:off x="3129615" y="2404945"/>
            <a:ext cx="2880000" cy="380020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nb-NO" dirty="0"/>
          </a:p>
        </p:txBody>
      </p:sp>
      <p:sp>
        <p:nvSpPr>
          <p:cNvPr id="18" name="Content Placeholder 2"/>
          <p:cNvSpPr>
            <a:spLocks noGrp="1"/>
          </p:cNvSpPr>
          <p:nvPr>
            <p:ph idx="17"/>
          </p:nvPr>
        </p:nvSpPr>
        <p:spPr>
          <a:xfrm>
            <a:off x="6103490" y="2404945"/>
            <a:ext cx="2880000" cy="380020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nb-NO" dirty="0"/>
          </a:p>
        </p:txBody>
      </p:sp>
    </p:spTree>
    <p:extLst>
      <p:ext uri="{BB962C8B-B14F-4D97-AF65-F5344CB8AC3E}">
        <p14:creationId xmlns:p14="http://schemas.microsoft.com/office/powerpoint/2010/main" val="3270779153"/>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Chapter - Purple">
    <p:spTree>
      <p:nvGrpSpPr>
        <p:cNvPr id="1" name=""/>
        <p:cNvGrpSpPr/>
        <p:nvPr/>
      </p:nvGrpSpPr>
      <p:grpSpPr>
        <a:xfrm>
          <a:off x="0" y="0"/>
          <a:ext cx="0" cy="0"/>
          <a:chOff x="0" y="0"/>
          <a:chExt cx="0" cy="0"/>
        </a:xfrm>
      </p:grpSpPr>
      <p:sp>
        <p:nvSpPr>
          <p:cNvPr id="10" name="Rectangle 9"/>
          <p:cNvSpPr/>
          <p:nvPr userDrawn="1"/>
        </p:nvSpPr>
        <p:spPr>
          <a:xfrm>
            <a:off x="152400" y="220134"/>
            <a:ext cx="8832760" cy="604078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nb-NO" sz="1800"/>
          </a:p>
        </p:txBody>
      </p:sp>
      <p:sp>
        <p:nvSpPr>
          <p:cNvPr id="2" name="Title 1"/>
          <p:cNvSpPr>
            <a:spLocks noGrp="1"/>
          </p:cNvSpPr>
          <p:nvPr>
            <p:ph type="ctrTitle"/>
          </p:nvPr>
        </p:nvSpPr>
        <p:spPr>
          <a:xfrm>
            <a:off x="497289" y="1659469"/>
            <a:ext cx="4316012" cy="1540933"/>
          </a:xfrm>
        </p:spPr>
        <p:txBody>
          <a:bodyPr anchor="b">
            <a:normAutofit/>
          </a:bodyPr>
          <a:lstStyle>
            <a:lvl1pPr>
              <a:defRPr sz="2400">
                <a:solidFill>
                  <a:schemeClr val="bg1"/>
                </a:solidFill>
              </a:defRPr>
            </a:lvl1pPr>
          </a:lstStyle>
          <a:p>
            <a:r>
              <a:rPr lang="en-US"/>
              <a:t>Click to edit Master title style</a:t>
            </a:r>
            <a:endParaRPr lang="nb-NO" dirty="0"/>
          </a:p>
        </p:txBody>
      </p:sp>
      <p:sp>
        <p:nvSpPr>
          <p:cNvPr id="3" name="Subtitle 2"/>
          <p:cNvSpPr>
            <a:spLocks noGrp="1"/>
          </p:cNvSpPr>
          <p:nvPr>
            <p:ph type="subTitle" idx="1"/>
          </p:nvPr>
        </p:nvSpPr>
        <p:spPr>
          <a:xfrm>
            <a:off x="497289" y="3657600"/>
            <a:ext cx="4316012" cy="711200"/>
          </a:xfrm>
        </p:spPr>
        <p:txBody>
          <a:bodyPr lIns="0" rIns="0">
            <a:normAutofit/>
          </a:bodyPr>
          <a:lstStyle>
            <a:lvl1pPr marL="0" indent="0" algn="l">
              <a:buNone/>
              <a:defRPr sz="1600">
                <a:solidFill>
                  <a:schemeClr val="bg1"/>
                </a:solidFill>
              </a:defRPr>
            </a:lvl1pPr>
            <a:lvl2pPr marL="457189" indent="0" algn="ctr">
              <a:buNone/>
              <a:defRPr>
                <a:solidFill>
                  <a:schemeClr val="tx1">
                    <a:tint val="75000"/>
                  </a:schemeClr>
                </a:solidFill>
              </a:defRPr>
            </a:lvl2pPr>
            <a:lvl3pPr marL="914378" indent="0" algn="ctr">
              <a:buNone/>
              <a:defRPr>
                <a:solidFill>
                  <a:schemeClr val="tx1">
                    <a:tint val="75000"/>
                  </a:schemeClr>
                </a:solidFill>
              </a:defRPr>
            </a:lvl3pPr>
            <a:lvl4pPr marL="1371566" indent="0" algn="ctr">
              <a:buNone/>
              <a:defRPr>
                <a:solidFill>
                  <a:schemeClr val="tx1">
                    <a:tint val="75000"/>
                  </a:schemeClr>
                </a:solidFill>
              </a:defRPr>
            </a:lvl4pPr>
            <a:lvl5pPr marL="1828754" indent="0" algn="ctr">
              <a:buNone/>
              <a:defRPr>
                <a:solidFill>
                  <a:schemeClr val="tx1">
                    <a:tint val="75000"/>
                  </a:schemeClr>
                </a:solidFill>
              </a:defRPr>
            </a:lvl5pPr>
            <a:lvl6pPr marL="2285943" indent="0" algn="ctr">
              <a:buNone/>
              <a:defRPr>
                <a:solidFill>
                  <a:schemeClr val="tx1">
                    <a:tint val="75000"/>
                  </a:schemeClr>
                </a:solidFill>
              </a:defRPr>
            </a:lvl6pPr>
            <a:lvl7pPr marL="2743132" indent="0" algn="ctr">
              <a:buNone/>
              <a:defRPr>
                <a:solidFill>
                  <a:schemeClr val="tx1">
                    <a:tint val="75000"/>
                  </a:schemeClr>
                </a:solidFill>
              </a:defRPr>
            </a:lvl7pPr>
            <a:lvl8pPr marL="3200320" indent="0" algn="ctr">
              <a:buNone/>
              <a:defRPr>
                <a:solidFill>
                  <a:schemeClr val="tx1">
                    <a:tint val="75000"/>
                  </a:schemeClr>
                </a:solidFill>
              </a:defRPr>
            </a:lvl8pPr>
            <a:lvl9pPr marL="3657509" indent="0" algn="ctr">
              <a:buNone/>
              <a:defRPr>
                <a:solidFill>
                  <a:schemeClr val="tx1">
                    <a:tint val="75000"/>
                  </a:schemeClr>
                </a:solidFill>
              </a:defRPr>
            </a:lvl9pPr>
          </a:lstStyle>
          <a:p>
            <a:r>
              <a:rPr lang="en-US"/>
              <a:t>Click to edit Master subtitle style</a:t>
            </a:r>
            <a:endParaRPr lang="nb-NO" dirty="0"/>
          </a:p>
        </p:txBody>
      </p:sp>
      <p:sp>
        <p:nvSpPr>
          <p:cNvPr id="4" name="Date Placeholder 3"/>
          <p:cNvSpPr>
            <a:spLocks noGrp="1"/>
          </p:cNvSpPr>
          <p:nvPr>
            <p:ph type="dt" sz="half" idx="10"/>
          </p:nvPr>
        </p:nvSpPr>
        <p:spPr/>
        <p:txBody>
          <a:bodyPr/>
          <a:lstStyle>
            <a:lvl1pPr>
              <a:defRPr>
                <a:solidFill>
                  <a:schemeClr val="tx1"/>
                </a:solidFill>
              </a:defRPr>
            </a:lvl1pPr>
          </a:lstStyle>
          <a:p>
            <a:fld id="{93F687F6-0F14-1E41-AF45-4EB96B35BEF9}" type="datetime1">
              <a:rPr lang="nb-NO" smtClean="0"/>
              <a:t>12.03.2026</a:t>
            </a:fld>
            <a:endParaRPr lang="nb-NO"/>
          </a:p>
        </p:txBody>
      </p:sp>
      <p:sp>
        <p:nvSpPr>
          <p:cNvPr id="6" name="Slide Number Placeholder 5"/>
          <p:cNvSpPr>
            <a:spLocks noGrp="1"/>
          </p:cNvSpPr>
          <p:nvPr>
            <p:ph type="sldNum" sz="quarter" idx="12"/>
          </p:nvPr>
        </p:nvSpPr>
        <p:spPr/>
        <p:txBody>
          <a:bodyPr/>
          <a:lstStyle>
            <a:lvl1pPr>
              <a:defRPr>
                <a:solidFill>
                  <a:schemeClr val="tx1"/>
                </a:solidFill>
              </a:defRPr>
            </a:lvl1pPr>
          </a:lstStyle>
          <a:p>
            <a:fld id="{28385D78-4187-AD4C-B928-A8579EE9A756}" type="slidenum">
              <a:rPr lang="nb-NO" smtClean="0"/>
              <a:pPr/>
              <a:t>‹#›</a:t>
            </a:fld>
            <a:endParaRPr lang="nb-NO"/>
          </a:p>
        </p:txBody>
      </p:sp>
      <p:cxnSp>
        <p:nvCxnSpPr>
          <p:cNvPr id="13" name="Straight Connector 12"/>
          <p:cNvCxnSpPr/>
          <p:nvPr userDrawn="1"/>
        </p:nvCxnSpPr>
        <p:spPr>
          <a:xfrm>
            <a:off x="519937" y="3443895"/>
            <a:ext cx="323133" cy="0"/>
          </a:xfrm>
          <a:prstGeom prst="line">
            <a:avLst/>
          </a:prstGeom>
          <a:ln w="6350" cmpd="sng">
            <a:solidFill>
              <a:schemeClr val="accent2"/>
            </a:solidFill>
          </a:ln>
          <a:effectLst/>
        </p:spPr>
        <p:style>
          <a:lnRef idx="2">
            <a:schemeClr val="accent1"/>
          </a:lnRef>
          <a:fillRef idx="0">
            <a:schemeClr val="accent1"/>
          </a:fillRef>
          <a:effectRef idx="1">
            <a:schemeClr val="accent1"/>
          </a:effectRef>
          <a:fontRef idx="minor">
            <a:schemeClr val="tx1"/>
          </a:fontRef>
        </p:style>
      </p:cxnSp>
      <p:sp>
        <p:nvSpPr>
          <p:cNvPr id="15" name="Rectangle 14"/>
          <p:cNvSpPr/>
          <p:nvPr userDrawn="1"/>
        </p:nvSpPr>
        <p:spPr>
          <a:xfrm>
            <a:off x="154071" y="220965"/>
            <a:ext cx="8831090" cy="71412"/>
          </a:xfrm>
          <a:prstGeom prst="rect">
            <a:avLst/>
          </a:prstGeom>
          <a:solidFill>
            <a:schemeClr val="accent1">
              <a:lumMod val="5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nb-NO" sz="1800"/>
          </a:p>
        </p:txBody>
      </p:sp>
      <p:sp>
        <p:nvSpPr>
          <p:cNvPr id="16" name="Picture Placeholder 11"/>
          <p:cNvSpPr>
            <a:spLocks noGrp="1"/>
          </p:cNvSpPr>
          <p:nvPr>
            <p:ph type="pic" sz="quarter" idx="13"/>
          </p:nvPr>
        </p:nvSpPr>
        <p:spPr>
          <a:xfrm>
            <a:off x="5156200" y="292378"/>
            <a:ext cx="3829050" cy="5968537"/>
          </a:xfrm>
          <a:solidFill>
            <a:srgbClr val="7E9492"/>
          </a:solidFill>
        </p:spPr>
        <p:txBody>
          <a:bodyPr/>
          <a:lstStyle/>
          <a:p>
            <a:r>
              <a:rPr lang="en-US"/>
              <a:t>Click icon to add picture</a:t>
            </a:r>
            <a:endParaRPr lang="nb-NO"/>
          </a:p>
        </p:txBody>
      </p:sp>
    </p:spTree>
    <p:extLst>
      <p:ext uri="{BB962C8B-B14F-4D97-AF65-F5344CB8AC3E}">
        <p14:creationId xmlns:p14="http://schemas.microsoft.com/office/powerpoint/2010/main" val="3617439348"/>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Chapter - Green">
    <p:spTree>
      <p:nvGrpSpPr>
        <p:cNvPr id="1" name=""/>
        <p:cNvGrpSpPr/>
        <p:nvPr/>
      </p:nvGrpSpPr>
      <p:grpSpPr>
        <a:xfrm>
          <a:off x="0" y="0"/>
          <a:ext cx="0" cy="0"/>
          <a:chOff x="0" y="0"/>
          <a:chExt cx="0" cy="0"/>
        </a:xfrm>
      </p:grpSpPr>
      <p:sp>
        <p:nvSpPr>
          <p:cNvPr id="10" name="Rectangle 9"/>
          <p:cNvSpPr/>
          <p:nvPr userDrawn="1"/>
        </p:nvSpPr>
        <p:spPr>
          <a:xfrm>
            <a:off x="152400" y="220134"/>
            <a:ext cx="8832760" cy="6040780"/>
          </a:xfrm>
          <a:prstGeom prst="rect">
            <a:avLst/>
          </a:prstGeom>
          <a:solidFill>
            <a:srgbClr val="007C7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nb-NO" sz="1800"/>
          </a:p>
        </p:txBody>
      </p:sp>
      <p:sp>
        <p:nvSpPr>
          <p:cNvPr id="2" name="Title 1"/>
          <p:cNvSpPr>
            <a:spLocks noGrp="1"/>
          </p:cNvSpPr>
          <p:nvPr>
            <p:ph type="ctrTitle"/>
          </p:nvPr>
        </p:nvSpPr>
        <p:spPr>
          <a:xfrm>
            <a:off x="497289" y="1659469"/>
            <a:ext cx="4316012" cy="1540933"/>
          </a:xfrm>
        </p:spPr>
        <p:txBody>
          <a:bodyPr anchor="b">
            <a:normAutofit/>
          </a:bodyPr>
          <a:lstStyle>
            <a:lvl1pPr>
              <a:defRPr sz="2400">
                <a:solidFill>
                  <a:schemeClr val="bg1"/>
                </a:solidFill>
              </a:defRPr>
            </a:lvl1pPr>
          </a:lstStyle>
          <a:p>
            <a:r>
              <a:rPr lang="en-US"/>
              <a:t>Click to edit Master title style</a:t>
            </a:r>
            <a:endParaRPr lang="nb-NO" dirty="0"/>
          </a:p>
        </p:txBody>
      </p:sp>
      <p:sp>
        <p:nvSpPr>
          <p:cNvPr id="3" name="Subtitle 2"/>
          <p:cNvSpPr>
            <a:spLocks noGrp="1"/>
          </p:cNvSpPr>
          <p:nvPr>
            <p:ph type="subTitle" idx="1"/>
          </p:nvPr>
        </p:nvSpPr>
        <p:spPr>
          <a:xfrm>
            <a:off x="497289" y="3657600"/>
            <a:ext cx="4316012" cy="711200"/>
          </a:xfrm>
        </p:spPr>
        <p:txBody>
          <a:bodyPr lIns="0" rIns="0">
            <a:normAutofit/>
          </a:bodyPr>
          <a:lstStyle>
            <a:lvl1pPr marL="0" indent="0" algn="l">
              <a:buNone/>
              <a:defRPr sz="1600">
                <a:solidFill>
                  <a:schemeClr val="bg1"/>
                </a:solidFill>
              </a:defRPr>
            </a:lvl1pPr>
            <a:lvl2pPr marL="457189" indent="0" algn="ctr">
              <a:buNone/>
              <a:defRPr>
                <a:solidFill>
                  <a:schemeClr val="tx1">
                    <a:tint val="75000"/>
                  </a:schemeClr>
                </a:solidFill>
              </a:defRPr>
            </a:lvl2pPr>
            <a:lvl3pPr marL="914378" indent="0" algn="ctr">
              <a:buNone/>
              <a:defRPr>
                <a:solidFill>
                  <a:schemeClr val="tx1">
                    <a:tint val="75000"/>
                  </a:schemeClr>
                </a:solidFill>
              </a:defRPr>
            </a:lvl3pPr>
            <a:lvl4pPr marL="1371566" indent="0" algn="ctr">
              <a:buNone/>
              <a:defRPr>
                <a:solidFill>
                  <a:schemeClr val="tx1">
                    <a:tint val="75000"/>
                  </a:schemeClr>
                </a:solidFill>
              </a:defRPr>
            </a:lvl4pPr>
            <a:lvl5pPr marL="1828754" indent="0" algn="ctr">
              <a:buNone/>
              <a:defRPr>
                <a:solidFill>
                  <a:schemeClr val="tx1">
                    <a:tint val="75000"/>
                  </a:schemeClr>
                </a:solidFill>
              </a:defRPr>
            </a:lvl5pPr>
            <a:lvl6pPr marL="2285943" indent="0" algn="ctr">
              <a:buNone/>
              <a:defRPr>
                <a:solidFill>
                  <a:schemeClr val="tx1">
                    <a:tint val="75000"/>
                  </a:schemeClr>
                </a:solidFill>
              </a:defRPr>
            </a:lvl6pPr>
            <a:lvl7pPr marL="2743132" indent="0" algn="ctr">
              <a:buNone/>
              <a:defRPr>
                <a:solidFill>
                  <a:schemeClr val="tx1">
                    <a:tint val="75000"/>
                  </a:schemeClr>
                </a:solidFill>
              </a:defRPr>
            </a:lvl7pPr>
            <a:lvl8pPr marL="3200320" indent="0" algn="ctr">
              <a:buNone/>
              <a:defRPr>
                <a:solidFill>
                  <a:schemeClr val="tx1">
                    <a:tint val="75000"/>
                  </a:schemeClr>
                </a:solidFill>
              </a:defRPr>
            </a:lvl8pPr>
            <a:lvl9pPr marL="3657509" indent="0" algn="ctr">
              <a:buNone/>
              <a:defRPr>
                <a:solidFill>
                  <a:schemeClr val="tx1">
                    <a:tint val="75000"/>
                  </a:schemeClr>
                </a:solidFill>
              </a:defRPr>
            </a:lvl9pPr>
          </a:lstStyle>
          <a:p>
            <a:r>
              <a:rPr lang="en-US"/>
              <a:t>Click to edit Master subtitle style</a:t>
            </a:r>
            <a:endParaRPr lang="nb-NO" dirty="0"/>
          </a:p>
        </p:txBody>
      </p:sp>
      <p:sp>
        <p:nvSpPr>
          <p:cNvPr id="4" name="Date Placeholder 3"/>
          <p:cNvSpPr>
            <a:spLocks noGrp="1"/>
          </p:cNvSpPr>
          <p:nvPr>
            <p:ph type="dt" sz="half" idx="10"/>
          </p:nvPr>
        </p:nvSpPr>
        <p:spPr/>
        <p:txBody>
          <a:bodyPr/>
          <a:lstStyle>
            <a:lvl1pPr>
              <a:defRPr>
                <a:solidFill>
                  <a:schemeClr val="tx1"/>
                </a:solidFill>
              </a:defRPr>
            </a:lvl1pPr>
          </a:lstStyle>
          <a:p>
            <a:fld id="{B9505C71-5114-4041-8843-6E0D12AB0A8F}" type="datetime1">
              <a:rPr lang="nb-NO" smtClean="0"/>
              <a:t>12.03.2026</a:t>
            </a:fld>
            <a:endParaRPr lang="nb-NO"/>
          </a:p>
        </p:txBody>
      </p:sp>
      <p:sp>
        <p:nvSpPr>
          <p:cNvPr id="6" name="Slide Number Placeholder 5"/>
          <p:cNvSpPr>
            <a:spLocks noGrp="1"/>
          </p:cNvSpPr>
          <p:nvPr>
            <p:ph type="sldNum" sz="quarter" idx="12"/>
          </p:nvPr>
        </p:nvSpPr>
        <p:spPr/>
        <p:txBody>
          <a:bodyPr/>
          <a:lstStyle>
            <a:lvl1pPr>
              <a:defRPr>
                <a:solidFill>
                  <a:schemeClr val="tx1"/>
                </a:solidFill>
              </a:defRPr>
            </a:lvl1pPr>
          </a:lstStyle>
          <a:p>
            <a:fld id="{28385D78-4187-AD4C-B928-A8579EE9A756}" type="slidenum">
              <a:rPr lang="nb-NO" smtClean="0"/>
              <a:pPr/>
              <a:t>‹#›</a:t>
            </a:fld>
            <a:endParaRPr lang="nb-NO"/>
          </a:p>
        </p:txBody>
      </p:sp>
      <p:sp>
        <p:nvSpPr>
          <p:cNvPr id="12" name="Picture Placeholder 11"/>
          <p:cNvSpPr>
            <a:spLocks noGrp="1"/>
          </p:cNvSpPr>
          <p:nvPr>
            <p:ph type="pic" sz="quarter" idx="13"/>
          </p:nvPr>
        </p:nvSpPr>
        <p:spPr>
          <a:xfrm>
            <a:off x="5156200" y="292378"/>
            <a:ext cx="3829050" cy="5968537"/>
          </a:xfrm>
          <a:solidFill>
            <a:srgbClr val="7E9492"/>
          </a:solidFill>
        </p:spPr>
        <p:txBody>
          <a:bodyPr/>
          <a:lstStyle/>
          <a:p>
            <a:r>
              <a:rPr lang="en-US"/>
              <a:t>Click icon to add picture</a:t>
            </a:r>
            <a:endParaRPr lang="nb-NO"/>
          </a:p>
        </p:txBody>
      </p:sp>
      <p:cxnSp>
        <p:nvCxnSpPr>
          <p:cNvPr id="13" name="Straight Connector 12"/>
          <p:cNvCxnSpPr/>
          <p:nvPr userDrawn="1"/>
        </p:nvCxnSpPr>
        <p:spPr>
          <a:xfrm>
            <a:off x="519937" y="3443895"/>
            <a:ext cx="323133" cy="0"/>
          </a:xfrm>
          <a:prstGeom prst="line">
            <a:avLst/>
          </a:prstGeom>
          <a:ln w="6350" cmpd="sng">
            <a:solidFill>
              <a:schemeClr val="accent2"/>
            </a:solidFill>
          </a:ln>
          <a:effectLst/>
        </p:spPr>
        <p:style>
          <a:lnRef idx="2">
            <a:schemeClr val="accent1"/>
          </a:lnRef>
          <a:fillRef idx="0">
            <a:schemeClr val="accent1"/>
          </a:fillRef>
          <a:effectRef idx="1">
            <a:schemeClr val="accent1"/>
          </a:effectRef>
          <a:fontRef idx="minor">
            <a:schemeClr val="tx1"/>
          </a:fontRef>
        </p:style>
      </p:cxnSp>
      <p:sp>
        <p:nvSpPr>
          <p:cNvPr id="15" name="Rectangle 14"/>
          <p:cNvSpPr/>
          <p:nvPr userDrawn="1"/>
        </p:nvSpPr>
        <p:spPr>
          <a:xfrm>
            <a:off x="154071" y="220965"/>
            <a:ext cx="8831090" cy="71412"/>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nb-NO" sz="1800"/>
          </a:p>
        </p:txBody>
      </p:sp>
    </p:spTree>
    <p:extLst>
      <p:ext uri="{BB962C8B-B14F-4D97-AF65-F5344CB8AC3E}">
        <p14:creationId xmlns:p14="http://schemas.microsoft.com/office/powerpoint/2010/main" val="3686992526"/>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Chapter - Yellow">
    <p:spTree>
      <p:nvGrpSpPr>
        <p:cNvPr id="1" name=""/>
        <p:cNvGrpSpPr/>
        <p:nvPr/>
      </p:nvGrpSpPr>
      <p:grpSpPr>
        <a:xfrm>
          <a:off x="0" y="0"/>
          <a:ext cx="0" cy="0"/>
          <a:chOff x="0" y="0"/>
          <a:chExt cx="0" cy="0"/>
        </a:xfrm>
      </p:grpSpPr>
      <p:sp>
        <p:nvSpPr>
          <p:cNvPr id="10" name="Rectangle 9"/>
          <p:cNvSpPr/>
          <p:nvPr userDrawn="1"/>
        </p:nvSpPr>
        <p:spPr>
          <a:xfrm>
            <a:off x="152400" y="220134"/>
            <a:ext cx="8832760" cy="6040780"/>
          </a:xfrm>
          <a:prstGeom prst="rect">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nb-NO" sz="1800"/>
          </a:p>
        </p:txBody>
      </p:sp>
      <p:sp>
        <p:nvSpPr>
          <p:cNvPr id="2" name="Title 1"/>
          <p:cNvSpPr>
            <a:spLocks noGrp="1"/>
          </p:cNvSpPr>
          <p:nvPr>
            <p:ph type="ctrTitle"/>
          </p:nvPr>
        </p:nvSpPr>
        <p:spPr>
          <a:xfrm>
            <a:off x="497289" y="1659469"/>
            <a:ext cx="4316012" cy="1540933"/>
          </a:xfrm>
        </p:spPr>
        <p:txBody>
          <a:bodyPr anchor="b">
            <a:normAutofit/>
          </a:bodyPr>
          <a:lstStyle>
            <a:lvl1pPr>
              <a:defRPr sz="2400">
                <a:solidFill>
                  <a:schemeClr val="tx1"/>
                </a:solidFill>
              </a:defRPr>
            </a:lvl1pPr>
          </a:lstStyle>
          <a:p>
            <a:r>
              <a:rPr lang="en-US"/>
              <a:t>Click to edit Master title style</a:t>
            </a:r>
            <a:endParaRPr lang="nb-NO" dirty="0"/>
          </a:p>
        </p:txBody>
      </p:sp>
      <p:sp>
        <p:nvSpPr>
          <p:cNvPr id="3" name="Subtitle 2"/>
          <p:cNvSpPr>
            <a:spLocks noGrp="1"/>
          </p:cNvSpPr>
          <p:nvPr>
            <p:ph type="subTitle" idx="1"/>
          </p:nvPr>
        </p:nvSpPr>
        <p:spPr>
          <a:xfrm>
            <a:off x="497289" y="3657600"/>
            <a:ext cx="4316012" cy="711200"/>
          </a:xfrm>
        </p:spPr>
        <p:txBody>
          <a:bodyPr lIns="0" rIns="0">
            <a:normAutofit/>
          </a:bodyPr>
          <a:lstStyle>
            <a:lvl1pPr marL="0" indent="0" algn="l">
              <a:buNone/>
              <a:defRPr sz="1600">
                <a:solidFill>
                  <a:schemeClr val="tx1"/>
                </a:solidFill>
              </a:defRPr>
            </a:lvl1pPr>
            <a:lvl2pPr marL="457189" indent="0" algn="ctr">
              <a:buNone/>
              <a:defRPr>
                <a:solidFill>
                  <a:schemeClr val="tx1">
                    <a:tint val="75000"/>
                  </a:schemeClr>
                </a:solidFill>
              </a:defRPr>
            </a:lvl2pPr>
            <a:lvl3pPr marL="914378" indent="0" algn="ctr">
              <a:buNone/>
              <a:defRPr>
                <a:solidFill>
                  <a:schemeClr val="tx1">
                    <a:tint val="75000"/>
                  </a:schemeClr>
                </a:solidFill>
              </a:defRPr>
            </a:lvl3pPr>
            <a:lvl4pPr marL="1371566" indent="0" algn="ctr">
              <a:buNone/>
              <a:defRPr>
                <a:solidFill>
                  <a:schemeClr val="tx1">
                    <a:tint val="75000"/>
                  </a:schemeClr>
                </a:solidFill>
              </a:defRPr>
            </a:lvl4pPr>
            <a:lvl5pPr marL="1828754" indent="0" algn="ctr">
              <a:buNone/>
              <a:defRPr>
                <a:solidFill>
                  <a:schemeClr val="tx1">
                    <a:tint val="75000"/>
                  </a:schemeClr>
                </a:solidFill>
              </a:defRPr>
            </a:lvl5pPr>
            <a:lvl6pPr marL="2285943" indent="0" algn="ctr">
              <a:buNone/>
              <a:defRPr>
                <a:solidFill>
                  <a:schemeClr val="tx1">
                    <a:tint val="75000"/>
                  </a:schemeClr>
                </a:solidFill>
              </a:defRPr>
            </a:lvl6pPr>
            <a:lvl7pPr marL="2743132" indent="0" algn="ctr">
              <a:buNone/>
              <a:defRPr>
                <a:solidFill>
                  <a:schemeClr val="tx1">
                    <a:tint val="75000"/>
                  </a:schemeClr>
                </a:solidFill>
              </a:defRPr>
            </a:lvl7pPr>
            <a:lvl8pPr marL="3200320" indent="0" algn="ctr">
              <a:buNone/>
              <a:defRPr>
                <a:solidFill>
                  <a:schemeClr val="tx1">
                    <a:tint val="75000"/>
                  </a:schemeClr>
                </a:solidFill>
              </a:defRPr>
            </a:lvl8pPr>
            <a:lvl9pPr marL="3657509" indent="0" algn="ctr">
              <a:buNone/>
              <a:defRPr>
                <a:solidFill>
                  <a:schemeClr val="tx1">
                    <a:tint val="75000"/>
                  </a:schemeClr>
                </a:solidFill>
              </a:defRPr>
            </a:lvl9pPr>
          </a:lstStyle>
          <a:p>
            <a:r>
              <a:rPr lang="en-US"/>
              <a:t>Click to edit Master subtitle style</a:t>
            </a:r>
            <a:endParaRPr lang="nb-NO" dirty="0"/>
          </a:p>
        </p:txBody>
      </p:sp>
      <p:sp>
        <p:nvSpPr>
          <p:cNvPr id="4" name="Date Placeholder 3"/>
          <p:cNvSpPr>
            <a:spLocks noGrp="1"/>
          </p:cNvSpPr>
          <p:nvPr>
            <p:ph type="dt" sz="half" idx="10"/>
          </p:nvPr>
        </p:nvSpPr>
        <p:spPr/>
        <p:txBody>
          <a:bodyPr/>
          <a:lstStyle>
            <a:lvl1pPr>
              <a:defRPr>
                <a:solidFill>
                  <a:schemeClr val="tx1"/>
                </a:solidFill>
              </a:defRPr>
            </a:lvl1pPr>
          </a:lstStyle>
          <a:p>
            <a:fld id="{2B4730F5-AE65-5140-BD05-EA72359814C6}" type="datetime1">
              <a:rPr lang="nb-NO" smtClean="0"/>
              <a:t>12.03.2026</a:t>
            </a:fld>
            <a:endParaRPr lang="nb-NO"/>
          </a:p>
        </p:txBody>
      </p:sp>
      <p:sp>
        <p:nvSpPr>
          <p:cNvPr id="6" name="Slide Number Placeholder 5"/>
          <p:cNvSpPr>
            <a:spLocks noGrp="1"/>
          </p:cNvSpPr>
          <p:nvPr>
            <p:ph type="sldNum" sz="quarter" idx="12"/>
          </p:nvPr>
        </p:nvSpPr>
        <p:spPr/>
        <p:txBody>
          <a:bodyPr/>
          <a:lstStyle>
            <a:lvl1pPr>
              <a:defRPr>
                <a:solidFill>
                  <a:schemeClr val="tx1"/>
                </a:solidFill>
              </a:defRPr>
            </a:lvl1pPr>
          </a:lstStyle>
          <a:p>
            <a:fld id="{28385D78-4187-AD4C-B928-A8579EE9A756}" type="slidenum">
              <a:rPr lang="nb-NO" smtClean="0"/>
              <a:pPr/>
              <a:t>‹#›</a:t>
            </a:fld>
            <a:endParaRPr lang="nb-NO"/>
          </a:p>
        </p:txBody>
      </p:sp>
      <p:sp>
        <p:nvSpPr>
          <p:cNvPr id="12" name="Picture Placeholder 11"/>
          <p:cNvSpPr>
            <a:spLocks noGrp="1"/>
          </p:cNvSpPr>
          <p:nvPr>
            <p:ph type="pic" sz="quarter" idx="13"/>
          </p:nvPr>
        </p:nvSpPr>
        <p:spPr>
          <a:xfrm>
            <a:off x="5156200" y="292378"/>
            <a:ext cx="3829050" cy="5968537"/>
          </a:xfrm>
          <a:solidFill>
            <a:srgbClr val="7E9492"/>
          </a:solidFill>
        </p:spPr>
        <p:txBody>
          <a:bodyPr/>
          <a:lstStyle/>
          <a:p>
            <a:r>
              <a:rPr lang="en-US"/>
              <a:t>Click icon to add picture</a:t>
            </a:r>
            <a:endParaRPr lang="nb-NO"/>
          </a:p>
        </p:txBody>
      </p:sp>
      <p:cxnSp>
        <p:nvCxnSpPr>
          <p:cNvPr id="13" name="Straight Connector 12"/>
          <p:cNvCxnSpPr/>
          <p:nvPr userDrawn="1"/>
        </p:nvCxnSpPr>
        <p:spPr>
          <a:xfrm>
            <a:off x="519937" y="3443895"/>
            <a:ext cx="323133" cy="0"/>
          </a:xfrm>
          <a:prstGeom prst="line">
            <a:avLst/>
          </a:prstGeom>
          <a:ln w="6350" cmpd="sng">
            <a:solidFill>
              <a:schemeClr val="accent4">
                <a:lumMod val="50000"/>
              </a:schemeClr>
            </a:solidFill>
          </a:ln>
          <a:effectLst/>
        </p:spPr>
        <p:style>
          <a:lnRef idx="2">
            <a:schemeClr val="accent1"/>
          </a:lnRef>
          <a:fillRef idx="0">
            <a:schemeClr val="accent1"/>
          </a:fillRef>
          <a:effectRef idx="1">
            <a:schemeClr val="accent1"/>
          </a:effectRef>
          <a:fontRef idx="minor">
            <a:schemeClr val="tx1"/>
          </a:fontRef>
        </p:style>
      </p:cxnSp>
      <p:sp>
        <p:nvSpPr>
          <p:cNvPr id="15" name="Rectangle 14"/>
          <p:cNvSpPr/>
          <p:nvPr userDrawn="1"/>
        </p:nvSpPr>
        <p:spPr>
          <a:xfrm>
            <a:off x="154071" y="220965"/>
            <a:ext cx="8831090" cy="71412"/>
          </a:xfrm>
          <a:prstGeom prst="rect">
            <a:avLst/>
          </a:prstGeom>
          <a:solidFill>
            <a:schemeClr val="accent4">
              <a:lumMod val="5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nb-NO" sz="1800"/>
          </a:p>
        </p:txBody>
      </p:sp>
    </p:spTree>
    <p:extLst>
      <p:ext uri="{BB962C8B-B14F-4D97-AF65-F5344CB8AC3E}">
        <p14:creationId xmlns:p14="http://schemas.microsoft.com/office/powerpoint/2010/main" val="1933275174"/>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Chapter - Blue">
    <p:spTree>
      <p:nvGrpSpPr>
        <p:cNvPr id="1" name=""/>
        <p:cNvGrpSpPr/>
        <p:nvPr/>
      </p:nvGrpSpPr>
      <p:grpSpPr>
        <a:xfrm>
          <a:off x="0" y="0"/>
          <a:ext cx="0" cy="0"/>
          <a:chOff x="0" y="0"/>
          <a:chExt cx="0" cy="0"/>
        </a:xfrm>
      </p:grpSpPr>
      <p:sp>
        <p:nvSpPr>
          <p:cNvPr id="10" name="Rectangle 9"/>
          <p:cNvSpPr/>
          <p:nvPr userDrawn="1"/>
        </p:nvSpPr>
        <p:spPr>
          <a:xfrm>
            <a:off x="152400" y="220134"/>
            <a:ext cx="8832760" cy="6040780"/>
          </a:xfrm>
          <a:prstGeom prst="rect">
            <a:avLst/>
          </a:prstGeom>
          <a:solidFill>
            <a:schemeClr val="accent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nb-NO" sz="1800"/>
          </a:p>
        </p:txBody>
      </p:sp>
      <p:sp>
        <p:nvSpPr>
          <p:cNvPr id="2" name="Title 1"/>
          <p:cNvSpPr>
            <a:spLocks noGrp="1"/>
          </p:cNvSpPr>
          <p:nvPr>
            <p:ph type="ctrTitle"/>
          </p:nvPr>
        </p:nvSpPr>
        <p:spPr>
          <a:xfrm>
            <a:off x="497289" y="1659469"/>
            <a:ext cx="4316012" cy="1540933"/>
          </a:xfrm>
        </p:spPr>
        <p:txBody>
          <a:bodyPr anchor="b">
            <a:normAutofit/>
          </a:bodyPr>
          <a:lstStyle>
            <a:lvl1pPr>
              <a:defRPr sz="2400">
                <a:solidFill>
                  <a:schemeClr val="bg1"/>
                </a:solidFill>
              </a:defRPr>
            </a:lvl1pPr>
          </a:lstStyle>
          <a:p>
            <a:r>
              <a:rPr lang="en-US"/>
              <a:t>Click to edit Master title style</a:t>
            </a:r>
            <a:endParaRPr lang="nb-NO" dirty="0"/>
          </a:p>
        </p:txBody>
      </p:sp>
      <p:sp>
        <p:nvSpPr>
          <p:cNvPr id="3" name="Subtitle 2"/>
          <p:cNvSpPr>
            <a:spLocks noGrp="1"/>
          </p:cNvSpPr>
          <p:nvPr>
            <p:ph type="subTitle" idx="1"/>
          </p:nvPr>
        </p:nvSpPr>
        <p:spPr>
          <a:xfrm>
            <a:off x="497289" y="3657600"/>
            <a:ext cx="4316012" cy="711200"/>
          </a:xfrm>
        </p:spPr>
        <p:txBody>
          <a:bodyPr lIns="0" rIns="0">
            <a:normAutofit/>
          </a:bodyPr>
          <a:lstStyle>
            <a:lvl1pPr marL="0" indent="0" algn="l">
              <a:buNone/>
              <a:defRPr sz="1600">
                <a:solidFill>
                  <a:schemeClr val="bg1"/>
                </a:solidFill>
              </a:defRPr>
            </a:lvl1pPr>
            <a:lvl2pPr marL="457189" indent="0" algn="ctr">
              <a:buNone/>
              <a:defRPr>
                <a:solidFill>
                  <a:schemeClr val="tx1">
                    <a:tint val="75000"/>
                  </a:schemeClr>
                </a:solidFill>
              </a:defRPr>
            </a:lvl2pPr>
            <a:lvl3pPr marL="914378" indent="0" algn="ctr">
              <a:buNone/>
              <a:defRPr>
                <a:solidFill>
                  <a:schemeClr val="tx1">
                    <a:tint val="75000"/>
                  </a:schemeClr>
                </a:solidFill>
              </a:defRPr>
            </a:lvl3pPr>
            <a:lvl4pPr marL="1371566" indent="0" algn="ctr">
              <a:buNone/>
              <a:defRPr>
                <a:solidFill>
                  <a:schemeClr val="tx1">
                    <a:tint val="75000"/>
                  </a:schemeClr>
                </a:solidFill>
              </a:defRPr>
            </a:lvl4pPr>
            <a:lvl5pPr marL="1828754" indent="0" algn="ctr">
              <a:buNone/>
              <a:defRPr>
                <a:solidFill>
                  <a:schemeClr val="tx1">
                    <a:tint val="75000"/>
                  </a:schemeClr>
                </a:solidFill>
              </a:defRPr>
            </a:lvl5pPr>
            <a:lvl6pPr marL="2285943" indent="0" algn="ctr">
              <a:buNone/>
              <a:defRPr>
                <a:solidFill>
                  <a:schemeClr val="tx1">
                    <a:tint val="75000"/>
                  </a:schemeClr>
                </a:solidFill>
              </a:defRPr>
            </a:lvl6pPr>
            <a:lvl7pPr marL="2743132" indent="0" algn="ctr">
              <a:buNone/>
              <a:defRPr>
                <a:solidFill>
                  <a:schemeClr val="tx1">
                    <a:tint val="75000"/>
                  </a:schemeClr>
                </a:solidFill>
              </a:defRPr>
            </a:lvl7pPr>
            <a:lvl8pPr marL="3200320" indent="0" algn="ctr">
              <a:buNone/>
              <a:defRPr>
                <a:solidFill>
                  <a:schemeClr val="tx1">
                    <a:tint val="75000"/>
                  </a:schemeClr>
                </a:solidFill>
              </a:defRPr>
            </a:lvl8pPr>
            <a:lvl9pPr marL="3657509" indent="0" algn="ctr">
              <a:buNone/>
              <a:defRPr>
                <a:solidFill>
                  <a:schemeClr val="tx1">
                    <a:tint val="75000"/>
                  </a:schemeClr>
                </a:solidFill>
              </a:defRPr>
            </a:lvl9pPr>
          </a:lstStyle>
          <a:p>
            <a:r>
              <a:rPr lang="en-US"/>
              <a:t>Click to edit Master subtitle style</a:t>
            </a:r>
            <a:endParaRPr lang="nb-NO" dirty="0"/>
          </a:p>
        </p:txBody>
      </p:sp>
      <p:sp>
        <p:nvSpPr>
          <p:cNvPr id="4" name="Date Placeholder 3"/>
          <p:cNvSpPr>
            <a:spLocks noGrp="1"/>
          </p:cNvSpPr>
          <p:nvPr>
            <p:ph type="dt" sz="half" idx="10"/>
          </p:nvPr>
        </p:nvSpPr>
        <p:spPr/>
        <p:txBody>
          <a:bodyPr/>
          <a:lstStyle>
            <a:lvl1pPr>
              <a:defRPr>
                <a:solidFill>
                  <a:schemeClr val="tx1"/>
                </a:solidFill>
              </a:defRPr>
            </a:lvl1pPr>
          </a:lstStyle>
          <a:p>
            <a:fld id="{35841CCA-6F93-A549-95CB-E276D5693E6D}" type="datetime1">
              <a:rPr lang="nb-NO" smtClean="0"/>
              <a:t>12.03.2026</a:t>
            </a:fld>
            <a:endParaRPr lang="nb-NO"/>
          </a:p>
        </p:txBody>
      </p:sp>
      <p:sp>
        <p:nvSpPr>
          <p:cNvPr id="6" name="Slide Number Placeholder 5"/>
          <p:cNvSpPr>
            <a:spLocks noGrp="1"/>
          </p:cNvSpPr>
          <p:nvPr>
            <p:ph type="sldNum" sz="quarter" idx="12"/>
          </p:nvPr>
        </p:nvSpPr>
        <p:spPr/>
        <p:txBody>
          <a:bodyPr/>
          <a:lstStyle>
            <a:lvl1pPr>
              <a:defRPr>
                <a:solidFill>
                  <a:schemeClr val="tx1"/>
                </a:solidFill>
              </a:defRPr>
            </a:lvl1pPr>
          </a:lstStyle>
          <a:p>
            <a:fld id="{28385D78-4187-AD4C-B928-A8579EE9A756}" type="slidenum">
              <a:rPr lang="nb-NO" smtClean="0"/>
              <a:pPr/>
              <a:t>‹#›</a:t>
            </a:fld>
            <a:endParaRPr lang="nb-NO"/>
          </a:p>
        </p:txBody>
      </p:sp>
      <p:sp>
        <p:nvSpPr>
          <p:cNvPr id="12" name="Picture Placeholder 11"/>
          <p:cNvSpPr>
            <a:spLocks noGrp="1"/>
          </p:cNvSpPr>
          <p:nvPr>
            <p:ph type="pic" sz="quarter" idx="13"/>
          </p:nvPr>
        </p:nvSpPr>
        <p:spPr>
          <a:xfrm>
            <a:off x="5156200" y="292378"/>
            <a:ext cx="3829050" cy="5968537"/>
          </a:xfrm>
          <a:solidFill>
            <a:srgbClr val="7E9492"/>
          </a:solidFill>
        </p:spPr>
        <p:txBody>
          <a:bodyPr/>
          <a:lstStyle/>
          <a:p>
            <a:r>
              <a:rPr lang="en-US"/>
              <a:t>Click icon to add picture</a:t>
            </a:r>
            <a:endParaRPr lang="nb-NO"/>
          </a:p>
        </p:txBody>
      </p:sp>
      <p:cxnSp>
        <p:nvCxnSpPr>
          <p:cNvPr id="13" name="Straight Connector 12"/>
          <p:cNvCxnSpPr/>
          <p:nvPr userDrawn="1"/>
        </p:nvCxnSpPr>
        <p:spPr>
          <a:xfrm>
            <a:off x="519937" y="3443895"/>
            <a:ext cx="323133" cy="0"/>
          </a:xfrm>
          <a:prstGeom prst="line">
            <a:avLst/>
          </a:prstGeom>
          <a:ln w="6350" cmpd="sng">
            <a:solidFill>
              <a:schemeClr val="accent5">
                <a:lumMod val="50000"/>
              </a:schemeClr>
            </a:solidFill>
          </a:ln>
          <a:effectLst/>
        </p:spPr>
        <p:style>
          <a:lnRef idx="2">
            <a:schemeClr val="accent1"/>
          </a:lnRef>
          <a:fillRef idx="0">
            <a:schemeClr val="accent1"/>
          </a:fillRef>
          <a:effectRef idx="1">
            <a:schemeClr val="accent1"/>
          </a:effectRef>
          <a:fontRef idx="minor">
            <a:schemeClr val="tx1"/>
          </a:fontRef>
        </p:style>
      </p:cxnSp>
      <p:sp>
        <p:nvSpPr>
          <p:cNvPr id="15" name="Rectangle 14"/>
          <p:cNvSpPr/>
          <p:nvPr userDrawn="1"/>
        </p:nvSpPr>
        <p:spPr>
          <a:xfrm>
            <a:off x="154071" y="220965"/>
            <a:ext cx="8831090" cy="71412"/>
          </a:xfrm>
          <a:prstGeom prst="rect">
            <a:avLst/>
          </a:prstGeom>
          <a:solidFill>
            <a:schemeClr val="accent5">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nb-NO" sz="1800"/>
          </a:p>
        </p:txBody>
      </p:sp>
    </p:spTree>
    <p:extLst>
      <p:ext uri="{BB962C8B-B14F-4D97-AF65-F5344CB8AC3E}">
        <p14:creationId xmlns:p14="http://schemas.microsoft.com/office/powerpoint/2010/main" val="1157156272"/>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Chapter - Red">
    <p:spTree>
      <p:nvGrpSpPr>
        <p:cNvPr id="1" name=""/>
        <p:cNvGrpSpPr/>
        <p:nvPr/>
      </p:nvGrpSpPr>
      <p:grpSpPr>
        <a:xfrm>
          <a:off x="0" y="0"/>
          <a:ext cx="0" cy="0"/>
          <a:chOff x="0" y="0"/>
          <a:chExt cx="0" cy="0"/>
        </a:xfrm>
      </p:grpSpPr>
      <p:sp>
        <p:nvSpPr>
          <p:cNvPr id="10" name="Rectangle 9"/>
          <p:cNvSpPr/>
          <p:nvPr userDrawn="1"/>
        </p:nvSpPr>
        <p:spPr>
          <a:xfrm>
            <a:off x="152400" y="220134"/>
            <a:ext cx="8832760" cy="6040780"/>
          </a:xfrm>
          <a:prstGeom prst="rect">
            <a:avLst/>
          </a:prstGeom>
          <a:solidFill>
            <a:schemeClr val="accent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nb-NO" sz="1800"/>
          </a:p>
        </p:txBody>
      </p:sp>
      <p:sp>
        <p:nvSpPr>
          <p:cNvPr id="2" name="Title 1"/>
          <p:cNvSpPr>
            <a:spLocks noGrp="1"/>
          </p:cNvSpPr>
          <p:nvPr>
            <p:ph type="ctrTitle"/>
          </p:nvPr>
        </p:nvSpPr>
        <p:spPr>
          <a:xfrm>
            <a:off x="497289" y="1659469"/>
            <a:ext cx="4316012" cy="1540933"/>
          </a:xfrm>
        </p:spPr>
        <p:txBody>
          <a:bodyPr anchor="b">
            <a:normAutofit/>
          </a:bodyPr>
          <a:lstStyle>
            <a:lvl1pPr>
              <a:defRPr sz="2400">
                <a:solidFill>
                  <a:schemeClr val="bg1"/>
                </a:solidFill>
              </a:defRPr>
            </a:lvl1pPr>
          </a:lstStyle>
          <a:p>
            <a:r>
              <a:rPr lang="en-US"/>
              <a:t>Click to edit Master title style</a:t>
            </a:r>
            <a:endParaRPr lang="nb-NO" dirty="0"/>
          </a:p>
        </p:txBody>
      </p:sp>
      <p:sp>
        <p:nvSpPr>
          <p:cNvPr id="3" name="Subtitle 2"/>
          <p:cNvSpPr>
            <a:spLocks noGrp="1"/>
          </p:cNvSpPr>
          <p:nvPr>
            <p:ph type="subTitle" idx="1"/>
          </p:nvPr>
        </p:nvSpPr>
        <p:spPr>
          <a:xfrm>
            <a:off x="497289" y="3657600"/>
            <a:ext cx="4316012" cy="711200"/>
          </a:xfrm>
        </p:spPr>
        <p:txBody>
          <a:bodyPr lIns="0" rIns="0">
            <a:normAutofit/>
          </a:bodyPr>
          <a:lstStyle>
            <a:lvl1pPr marL="0" indent="0" algn="l">
              <a:buNone/>
              <a:defRPr sz="1600">
                <a:solidFill>
                  <a:schemeClr val="bg1"/>
                </a:solidFill>
              </a:defRPr>
            </a:lvl1pPr>
            <a:lvl2pPr marL="457189" indent="0" algn="ctr">
              <a:buNone/>
              <a:defRPr>
                <a:solidFill>
                  <a:schemeClr val="tx1">
                    <a:tint val="75000"/>
                  </a:schemeClr>
                </a:solidFill>
              </a:defRPr>
            </a:lvl2pPr>
            <a:lvl3pPr marL="914378" indent="0" algn="ctr">
              <a:buNone/>
              <a:defRPr>
                <a:solidFill>
                  <a:schemeClr val="tx1">
                    <a:tint val="75000"/>
                  </a:schemeClr>
                </a:solidFill>
              </a:defRPr>
            </a:lvl3pPr>
            <a:lvl4pPr marL="1371566" indent="0" algn="ctr">
              <a:buNone/>
              <a:defRPr>
                <a:solidFill>
                  <a:schemeClr val="tx1">
                    <a:tint val="75000"/>
                  </a:schemeClr>
                </a:solidFill>
              </a:defRPr>
            </a:lvl4pPr>
            <a:lvl5pPr marL="1828754" indent="0" algn="ctr">
              <a:buNone/>
              <a:defRPr>
                <a:solidFill>
                  <a:schemeClr val="tx1">
                    <a:tint val="75000"/>
                  </a:schemeClr>
                </a:solidFill>
              </a:defRPr>
            </a:lvl5pPr>
            <a:lvl6pPr marL="2285943" indent="0" algn="ctr">
              <a:buNone/>
              <a:defRPr>
                <a:solidFill>
                  <a:schemeClr val="tx1">
                    <a:tint val="75000"/>
                  </a:schemeClr>
                </a:solidFill>
              </a:defRPr>
            </a:lvl6pPr>
            <a:lvl7pPr marL="2743132" indent="0" algn="ctr">
              <a:buNone/>
              <a:defRPr>
                <a:solidFill>
                  <a:schemeClr val="tx1">
                    <a:tint val="75000"/>
                  </a:schemeClr>
                </a:solidFill>
              </a:defRPr>
            </a:lvl7pPr>
            <a:lvl8pPr marL="3200320" indent="0" algn="ctr">
              <a:buNone/>
              <a:defRPr>
                <a:solidFill>
                  <a:schemeClr val="tx1">
                    <a:tint val="75000"/>
                  </a:schemeClr>
                </a:solidFill>
              </a:defRPr>
            </a:lvl8pPr>
            <a:lvl9pPr marL="3657509" indent="0" algn="ctr">
              <a:buNone/>
              <a:defRPr>
                <a:solidFill>
                  <a:schemeClr val="tx1">
                    <a:tint val="75000"/>
                  </a:schemeClr>
                </a:solidFill>
              </a:defRPr>
            </a:lvl9pPr>
          </a:lstStyle>
          <a:p>
            <a:r>
              <a:rPr lang="en-US"/>
              <a:t>Click to edit Master subtitle style</a:t>
            </a:r>
            <a:endParaRPr lang="nb-NO" dirty="0"/>
          </a:p>
        </p:txBody>
      </p:sp>
      <p:sp>
        <p:nvSpPr>
          <p:cNvPr id="4" name="Date Placeholder 3"/>
          <p:cNvSpPr>
            <a:spLocks noGrp="1"/>
          </p:cNvSpPr>
          <p:nvPr>
            <p:ph type="dt" sz="half" idx="10"/>
          </p:nvPr>
        </p:nvSpPr>
        <p:spPr/>
        <p:txBody>
          <a:bodyPr/>
          <a:lstStyle>
            <a:lvl1pPr>
              <a:defRPr>
                <a:solidFill>
                  <a:schemeClr val="tx1"/>
                </a:solidFill>
              </a:defRPr>
            </a:lvl1pPr>
          </a:lstStyle>
          <a:p>
            <a:fld id="{88E289D1-7343-444E-8D43-BAC46CA07C99}" type="datetime1">
              <a:rPr lang="nb-NO" smtClean="0"/>
              <a:t>12.03.2026</a:t>
            </a:fld>
            <a:endParaRPr lang="nb-NO"/>
          </a:p>
        </p:txBody>
      </p:sp>
      <p:sp>
        <p:nvSpPr>
          <p:cNvPr id="6" name="Slide Number Placeholder 5"/>
          <p:cNvSpPr>
            <a:spLocks noGrp="1"/>
          </p:cNvSpPr>
          <p:nvPr>
            <p:ph type="sldNum" sz="quarter" idx="12"/>
          </p:nvPr>
        </p:nvSpPr>
        <p:spPr/>
        <p:txBody>
          <a:bodyPr/>
          <a:lstStyle>
            <a:lvl1pPr>
              <a:defRPr>
                <a:solidFill>
                  <a:schemeClr val="tx1"/>
                </a:solidFill>
              </a:defRPr>
            </a:lvl1pPr>
          </a:lstStyle>
          <a:p>
            <a:fld id="{28385D78-4187-AD4C-B928-A8579EE9A756}" type="slidenum">
              <a:rPr lang="nb-NO" smtClean="0"/>
              <a:pPr/>
              <a:t>‹#›</a:t>
            </a:fld>
            <a:endParaRPr lang="nb-NO"/>
          </a:p>
        </p:txBody>
      </p:sp>
      <p:sp>
        <p:nvSpPr>
          <p:cNvPr id="12" name="Picture Placeholder 11"/>
          <p:cNvSpPr>
            <a:spLocks noGrp="1"/>
          </p:cNvSpPr>
          <p:nvPr>
            <p:ph type="pic" sz="quarter" idx="13"/>
          </p:nvPr>
        </p:nvSpPr>
        <p:spPr>
          <a:xfrm>
            <a:off x="5156200" y="292378"/>
            <a:ext cx="3829050" cy="5968537"/>
          </a:xfrm>
          <a:solidFill>
            <a:srgbClr val="7E9492"/>
          </a:solidFill>
        </p:spPr>
        <p:txBody>
          <a:bodyPr/>
          <a:lstStyle/>
          <a:p>
            <a:r>
              <a:rPr lang="en-US"/>
              <a:t>Click icon to add picture</a:t>
            </a:r>
            <a:endParaRPr lang="nb-NO" dirty="0"/>
          </a:p>
        </p:txBody>
      </p:sp>
      <p:cxnSp>
        <p:nvCxnSpPr>
          <p:cNvPr id="13" name="Straight Connector 12"/>
          <p:cNvCxnSpPr/>
          <p:nvPr userDrawn="1"/>
        </p:nvCxnSpPr>
        <p:spPr>
          <a:xfrm>
            <a:off x="519937" y="3443895"/>
            <a:ext cx="323133" cy="0"/>
          </a:xfrm>
          <a:prstGeom prst="line">
            <a:avLst/>
          </a:prstGeom>
          <a:ln w="6350" cmpd="sng">
            <a:solidFill>
              <a:schemeClr val="accent6">
                <a:lumMod val="50000"/>
              </a:schemeClr>
            </a:solidFill>
          </a:ln>
          <a:effectLst/>
        </p:spPr>
        <p:style>
          <a:lnRef idx="2">
            <a:schemeClr val="accent1"/>
          </a:lnRef>
          <a:fillRef idx="0">
            <a:schemeClr val="accent1"/>
          </a:fillRef>
          <a:effectRef idx="1">
            <a:schemeClr val="accent1"/>
          </a:effectRef>
          <a:fontRef idx="minor">
            <a:schemeClr val="tx1"/>
          </a:fontRef>
        </p:style>
      </p:cxnSp>
      <p:sp>
        <p:nvSpPr>
          <p:cNvPr id="15" name="Rectangle 14"/>
          <p:cNvSpPr/>
          <p:nvPr userDrawn="1"/>
        </p:nvSpPr>
        <p:spPr>
          <a:xfrm>
            <a:off x="154071" y="220965"/>
            <a:ext cx="8831090" cy="71412"/>
          </a:xfrm>
          <a:prstGeom prst="rect">
            <a:avLst/>
          </a:prstGeom>
          <a:solidFill>
            <a:schemeClr val="accent6">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nb-NO" sz="1800"/>
          </a:p>
        </p:txBody>
      </p:sp>
    </p:spTree>
    <p:extLst>
      <p:ext uri="{BB962C8B-B14F-4D97-AF65-F5344CB8AC3E}">
        <p14:creationId xmlns:p14="http://schemas.microsoft.com/office/powerpoint/2010/main" val="4161823192"/>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userDrawn="1">
  <p:cSld name="Chapter Opener-add copyright">
    <p:spTree>
      <p:nvGrpSpPr>
        <p:cNvPr id="1" name="Shape 37"/>
        <p:cNvGrpSpPr/>
        <p:nvPr/>
      </p:nvGrpSpPr>
      <p:grpSpPr>
        <a:xfrm>
          <a:off x="0" y="0"/>
          <a:ext cx="0" cy="0"/>
          <a:chOff x="0" y="0"/>
          <a:chExt cx="0" cy="0"/>
        </a:xfrm>
      </p:grpSpPr>
      <p:sp>
        <p:nvSpPr>
          <p:cNvPr id="38" name="Title Placeholder"/>
          <p:cNvSpPr txBox="1">
            <a:spLocks noGrp="1"/>
          </p:cNvSpPr>
          <p:nvPr>
            <p:ph type="title"/>
          </p:nvPr>
        </p:nvSpPr>
        <p:spPr>
          <a:xfrm>
            <a:off x="457200" y="215371"/>
            <a:ext cx="8229600" cy="622828"/>
          </a:xfrm>
          <a:prstGeom prst="rect">
            <a:avLst/>
          </a:prstGeom>
          <a:noFill/>
          <a:ln>
            <a:noFill/>
          </a:ln>
        </p:spPr>
        <p:txBody>
          <a:bodyPr lIns="91425" tIns="91425" rIns="91425" bIns="91425" anchor="ctr"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39" name="Content Placeholder"/>
          <p:cNvSpPr txBox="1">
            <a:spLocks noGrp="1"/>
          </p:cNvSpPr>
          <p:nvPr>
            <p:ph type="body" idx="1"/>
          </p:nvPr>
        </p:nvSpPr>
        <p:spPr>
          <a:xfrm>
            <a:off x="457200" y="958098"/>
            <a:ext cx="8229600" cy="478970"/>
          </a:xfrm>
          <a:prstGeom prst="rect">
            <a:avLst/>
          </a:prstGeom>
          <a:noFill/>
          <a:ln>
            <a:noFill/>
          </a:ln>
        </p:spPr>
        <p:txBody>
          <a:bodyPr lIns="91425" tIns="91425" rIns="91425" bIns="91425" anchor="ctr" anchorCtr="0"/>
          <a:lstStyle>
            <a:lvl1pPr marL="0" marR="0" lvl="0" indent="0" algn="l" rtl="0">
              <a:spcBef>
                <a:spcPts val="0"/>
              </a:spcBef>
              <a:buClr>
                <a:srgbClr val="007FA3"/>
              </a:buClr>
              <a:buFont typeface="Arial"/>
              <a:buNone/>
              <a:defRPr sz="2000" b="0" i="0" u="none" strike="noStrike" cap="none">
                <a:solidFill>
                  <a:srgbClr val="007FA3"/>
                </a:solidFill>
                <a:latin typeface="+mn-lt"/>
                <a:ea typeface="Arial"/>
                <a:cs typeface="Arial"/>
                <a:sym typeface="Arial"/>
              </a:defRPr>
            </a:lvl1pPr>
            <a:lvl2pPr marL="0" marR="0" lvl="1"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2pPr>
            <a:lvl3pPr marL="0" marR="0" lvl="2" indent="0" algn="l" rtl="0">
              <a:spcBef>
                <a:spcPts val="0"/>
              </a:spcBef>
              <a:buClr>
                <a:srgbClr val="007FA3"/>
              </a:buClr>
              <a:buFont typeface="Noto Sans Symbols"/>
              <a:buNone/>
              <a:defRPr sz="2400" b="0" i="0" u="none" strike="noStrike" cap="none">
                <a:solidFill>
                  <a:schemeClr val="lt1"/>
                </a:solidFill>
                <a:latin typeface="Arial"/>
                <a:ea typeface="Arial"/>
                <a:cs typeface="Arial"/>
                <a:sym typeface="Arial"/>
              </a:defRPr>
            </a:lvl3pPr>
            <a:lvl4pPr marL="0" marR="0" lvl="3"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4pPr>
            <a:lvl5pPr marL="0" marR="0" lvl="4"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5pPr>
            <a:lvl6pPr marL="0" marR="0" lvl="5"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6pPr>
            <a:lvl7pPr marL="0" marR="0" lvl="6"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7pPr>
            <a:lvl8pPr marL="0" marR="0" lvl="7"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8pPr>
            <a:lvl9pPr marL="0" marR="0" lvl="8"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9pPr>
          </a:lstStyle>
          <a:p>
            <a:endParaRPr dirty="0"/>
          </a:p>
        </p:txBody>
      </p:sp>
      <p:sp>
        <p:nvSpPr>
          <p:cNvPr id="4" name="Content Placeholder 3">
            <a:extLst>
              <a:ext uri="{FF2B5EF4-FFF2-40B4-BE49-F238E27FC236}">
                <a16:creationId xmlns:a16="http://schemas.microsoft.com/office/drawing/2014/main" id="{6EE677B9-EC76-47FA-B8D6-49D033518C61}"/>
              </a:ext>
            </a:extLst>
          </p:cNvPr>
          <p:cNvSpPr>
            <a:spLocks noGrp="1"/>
          </p:cNvSpPr>
          <p:nvPr>
            <p:ph sz="quarter" idx="13" hasCustomPrompt="1"/>
          </p:nvPr>
        </p:nvSpPr>
        <p:spPr>
          <a:xfrm>
            <a:off x="457200" y="1600200"/>
            <a:ext cx="4397375" cy="4525963"/>
          </a:xfrm>
        </p:spPr>
        <p:txBody>
          <a:bodyPr/>
          <a:lstStyle>
            <a:lvl1pPr marL="101600" indent="0">
              <a:buNone/>
              <a:defRPr/>
            </a:lvl1pPr>
          </a:lstStyle>
          <a:p>
            <a:pPr lvl="0"/>
            <a:r>
              <a:rPr lang="en-US" dirty="0"/>
              <a:t>Image of front cover</a:t>
            </a:r>
          </a:p>
        </p:txBody>
      </p:sp>
      <p:sp>
        <p:nvSpPr>
          <p:cNvPr id="6" name="Content Placeholder 5">
            <a:extLst>
              <a:ext uri="{FF2B5EF4-FFF2-40B4-BE49-F238E27FC236}">
                <a16:creationId xmlns:a16="http://schemas.microsoft.com/office/drawing/2014/main" id="{F4ED3915-2147-4382-A599-2376CC8854D1}"/>
              </a:ext>
            </a:extLst>
          </p:cNvPr>
          <p:cNvSpPr>
            <a:spLocks noGrp="1"/>
          </p:cNvSpPr>
          <p:nvPr>
            <p:ph sz="quarter" idx="14" hasCustomPrompt="1"/>
          </p:nvPr>
        </p:nvSpPr>
        <p:spPr>
          <a:xfrm>
            <a:off x="5029200" y="1600200"/>
            <a:ext cx="3657600" cy="1492250"/>
          </a:xfrm>
        </p:spPr>
        <p:txBody>
          <a:bodyPr anchor="b"/>
          <a:lstStyle>
            <a:lvl1pPr marL="101600" indent="0" algn="ctr">
              <a:buNone/>
              <a:defRPr sz="3000" b="1">
                <a:latin typeface="+mn-lt"/>
              </a:defRPr>
            </a:lvl1pPr>
            <a:lvl2pPr marL="558800" indent="0">
              <a:buNone/>
              <a:defRPr/>
            </a:lvl2pPr>
          </a:lstStyle>
          <a:p>
            <a:pPr lvl="0"/>
            <a:r>
              <a:rPr lang="en-US" dirty="0"/>
              <a:t>Chapter #</a:t>
            </a:r>
          </a:p>
        </p:txBody>
      </p:sp>
      <p:sp>
        <p:nvSpPr>
          <p:cNvPr id="8" name="Content Placeholder 7">
            <a:extLst>
              <a:ext uri="{FF2B5EF4-FFF2-40B4-BE49-F238E27FC236}">
                <a16:creationId xmlns:a16="http://schemas.microsoft.com/office/drawing/2014/main" id="{3B38FD8D-0DB0-4A1A-A3F1-E26B606AC837}"/>
              </a:ext>
            </a:extLst>
          </p:cNvPr>
          <p:cNvSpPr>
            <a:spLocks noGrp="1"/>
          </p:cNvSpPr>
          <p:nvPr>
            <p:ph sz="quarter" idx="15" hasCustomPrompt="1"/>
          </p:nvPr>
        </p:nvSpPr>
        <p:spPr>
          <a:xfrm>
            <a:off x="5029200" y="3252788"/>
            <a:ext cx="3657600" cy="2873375"/>
          </a:xfrm>
        </p:spPr>
        <p:txBody>
          <a:bodyPr/>
          <a:lstStyle>
            <a:lvl1pPr marL="0" indent="0" algn="ctr">
              <a:buNone/>
              <a:defRPr sz="2200">
                <a:latin typeface="+mn-lt"/>
              </a:defRPr>
            </a:lvl1pPr>
          </a:lstStyle>
          <a:p>
            <a:pPr lvl="0"/>
            <a:r>
              <a:rPr lang="en-US" dirty="0"/>
              <a:t>Chapter name</a:t>
            </a:r>
          </a:p>
        </p:txBody>
      </p:sp>
      <p:sp>
        <p:nvSpPr>
          <p:cNvPr id="12" name="Shape 13">
            <a:extLst>
              <a:ext uri="{FF2B5EF4-FFF2-40B4-BE49-F238E27FC236}">
                <a16:creationId xmlns:a16="http://schemas.microsoft.com/office/drawing/2014/main" id="{C5328E6C-2B17-49B8-8712-6C0E107A1D99}"/>
              </a:ext>
            </a:extLst>
          </p:cNvPr>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tx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pPr>
              <a:defRPr/>
            </a:pPr>
            <a:endParaRPr lang="en-US" dirty="0">
              <a:solidFill>
                <a:schemeClr val="tx1"/>
              </a:solidFill>
            </a:endParaRPr>
          </a:p>
        </p:txBody>
      </p:sp>
      <p:sp>
        <p:nvSpPr>
          <p:cNvPr id="13" name="Shape 14">
            <a:extLst>
              <a:ext uri="{FF2B5EF4-FFF2-40B4-BE49-F238E27FC236}">
                <a16:creationId xmlns:a16="http://schemas.microsoft.com/office/drawing/2014/main" id="{CE0B5B1C-8858-43DC-BD75-C546F4738779}"/>
              </a:ext>
            </a:extLst>
          </p:cNvPr>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lvl1pPr>
              <a:defRPr>
                <a:solidFill>
                  <a:schemeClr val="tx1"/>
                </a:solidFill>
              </a:defRPr>
            </a:lvl1pPr>
          </a:lstStyle>
          <a:p>
            <a:pPr algn="r">
              <a:buSzPct val="25000"/>
              <a:defRPr/>
            </a:pPr>
            <a:fld id="{00000000-1234-1234-1234-123412341234}" type="slidenum">
              <a:rPr lang="en-US" sz="900" smtClean="0"/>
              <a:pPr algn="r">
                <a:buSzPct val="25000"/>
                <a:defRPr/>
              </a:pPr>
              <a:t>‹#›</a:t>
            </a:fld>
            <a:endParaRPr lang="en-US" sz="900" dirty="0"/>
          </a:p>
        </p:txBody>
      </p:sp>
      <p:sp>
        <p:nvSpPr>
          <p:cNvPr id="9" name="Picture Placeholder 8">
            <a:extLst>
              <a:ext uri="{FF2B5EF4-FFF2-40B4-BE49-F238E27FC236}">
                <a16:creationId xmlns:a16="http://schemas.microsoft.com/office/drawing/2014/main" id="{51B8939D-A957-42F9-A1B5-556D29D235AB}"/>
              </a:ext>
            </a:extLst>
          </p:cNvPr>
          <p:cNvSpPr>
            <a:spLocks noGrp="1"/>
          </p:cNvSpPr>
          <p:nvPr>
            <p:ph type="pic" sz="quarter" idx="16" hasCustomPrompt="1"/>
          </p:nvPr>
        </p:nvSpPr>
        <p:spPr>
          <a:xfrm>
            <a:off x="457200" y="6400801"/>
            <a:ext cx="1001713" cy="228600"/>
          </a:xfrm>
        </p:spPr>
        <p:txBody>
          <a:bodyPr anchor="ctr"/>
          <a:lstStyle>
            <a:lvl1pPr>
              <a:buNone/>
              <a:defRPr sz="1200">
                <a:latin typeface="Verdana" panose="020B0604030504040204" pitchFamily="34" charset="0"/>
                <a:ea typeface="Verdana" panose="020B0604030504040204" pitchFamily="34" charset="0"/>
              </a:defRPr>
            </a:lvl1pPr>
          </a:lstStyle>
          <a:p>
            <a:r>
              <a:rPr lang="en-US" dirty="0"/>
              <a:t>Logo</a:t>
            </a:r>
          </a:p>
        </p:txBody>
      </p:sp>
      <p:sp>
        <p:nvSpPr>
          <p:cNvPr id="18" name="Content Placeholder 17">
            <a:extLst>
              <a:ext uri="{FF2B5EF4-FFF2-40B4-BE49-F238E27FC236}">
                <a16:creationId xmlns:a16="http://schemas.microsoft.com/office/drawing/2014/main" id="{0CF87F15-2C58-4DFC-BACB-0E2C6507BCDE}"/>
              </a:ext>
            </a:extLst>
          </p:cNvPr>
          <p:cNvSpPr>
            <a:spLocks noGrp="1"/>
          </p:cNvSpPr>
          <p:nvPr>
            <p:ph sz="quarter" idx="17" hasCustomPrompt="1"/>
          </p:nvPr>
        </p:nvSpPr>
        <p:spPr>
          <a:xfrm>
            <a:off x="2097088" y="6400800"/>
            <a:ext cx="6589712" cy="228600"/>
          </a:xfrm>
        </p:spPr>
        <p:txBody>
          <a:bodyPr anchor="ctr"/>
          <a:lstStyle>
            <a:lvl1pPr algn="r">
              <a:buNone/>
              <a:defRPr sz="1200">
                <a:latin typeface="Verdana" panose="020B0604030504040204" pitchFamily="34" charset="0"/>
                <a:ea typeface="Verdana" panose="020B0604030504040204" pitchFamily="34" charset="0"/>
              </a:defRPr>
            </a:lvl1pPr>
          </a:lstStyle>
          <a:p>
            <a:pPr lvl="0"/>
            <a:r>
              <a:rPr lang="en-US" dirty="0"/>
              <a:t>Copyright Information</a:t>
            </a:r>
          </a:p>
        </p:txBody>
      </p:sp>
    </p:spTree>
    <p:extLst>
      <p:ext uri="{BB962C8B-B14F-4D97-AF65-F5344CB8AC3E}">
        <p14:creationId xmlns:p14="http://schemas.microsoft.com/office/powerpoint/2010/main" val="4218619850"/>
      </p:ext>
    </p:extLst>
  </p:cSld>
  <p:clrMapOvr>
    <a:masterClrMapping/>
  </p:clrMapOvr>
  <p:extLst>
    <p:ext uri="{DCECCB84-F9BA-43D5-87BE-67443E8EF086}">
      <p15:sldGuideLst xmlns:p15="http://schemas.microsoft.com/office/powerpoint/2012/main">
        <p15:guide id="1" orient="horz" pos="4176">
          <p15:clr>
            <a:srgbClr val="FBAE40"/>
          </p15:clr>
        </p15:guide>
        <p15:guide id="2" pos="2880">
          <p15:clr>
            <a:srgbClr val="FBAE40"/>
          </p15:clr>
        </p15:guide>
      </p15:sldGuideLst>
    </p:ext>
  </p:extLst>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9.xml"/><Relationship Id="rId13" Type="http://schemas.openxmlformats.org/officeDocument/2006/relationships/slideLayout" Target="../slideLayouts/slideLayout14.xml"/><Relationship Id="rId3" Type="http://schemas.openxmlformats.org/officeDocument/2006/relationships/slideLayout" Target="../slideLayouts/slideLayout4.xml"/><Relationship Id="rId7" Type="http://schemas.openxmlformats.org/officeDocument/2006/relationships/slideLayout" Target="../slideLayouts/slideLayout8.xml"/><Relationship Id="rId12" Type="http://schemas.openxmlformats.org/officeDocument/2006/relationships/slideLayout" Target="../slideLayouts/slideLayout13.xml"/><Relationship Id="rId2" Type="http://schemas.openxmlformats.org/officeDocument/2006/relationships/slideLayout" Target="../slideLayouts/slideLayout3.xml"/><Relationship Id="rId16" Type="http://schemas.openxmlformats.org/officeDocument/2006/relationships/image" Target="../media/image1.jpg"/><Relationship Id="rId1" Type="http://schemas.openxmlformats.org/officeDocument/2006/relationships/slideLayout" Target="../slideLayouts/slideLayout2.xml"/><Relationship Id="rId6" Type="http://schemas.openxmlformats.org/officeDocument/2006/relationships/slideLayout" Target="../slideLayouts/slideLayout7.xml"/><Relationship Id="rId11" Type="http://schemas.openxmlformats.org/officeDocument/2006/relationships/slideLayout" Target="../slideLayouts/slideLayout12.xml"/><Relationship Id="rId5" Type="http://schemas.openxmlformats.org/officeDocument/2006/relationships/slideLayout" Target="../slideLayouts/slideLayout6.xml"/><Relationship Id="rId15" Type="http://schemas.openxmlformats.org/officeDocument/2006/relationships/theme" Target="../theme/theme2.xml"/><Relationship Id="rId10" Type="http://schemas.openxmlformats.org/officeDocument/2006/relationships/slideLayout" Target="../slideLayouts/slideLayout11.xml"/><Relationship Id="rId4" Type="http://schemas.openxmlformats.org/officeDocument/2006/relationships/slideLayout" Target="../slideLayouts/slideLayout5.xml"/><Relationship Id="rId9" Type="http://schemas.openxmlformats.org/officeDocument/2006/relationships/slideLayout" Target="../slideLayouts/slideLayout10.xml"/><Relationship Id="rId14" Type="http://schemas.openxmlformats.org/officeDocument/2006/relationships/slideLayout" Target="../slideLayouts/slideLayout15.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23.xml"/><Relationship Id="rId13" Type="http://schemas.openxmlformats.org/officeDocument/2006/relationships/slideLayout" Target="../slideLayouts/slideLayout28.xml"/><Relationship Id="rId3" Type="http://schemas.openxmlformats.org/officeDocument/2006/relationships/slideLayout" Target="../slideLayouts/slideLayout18.xml"/><Relationship Id="rId7" Type="http://schemas.openxmlformats.org/officeDocument/2006/relationships/slideLayout" Target="../slideLayouts/slideLayout22.xml"/><Relationship Id="rId12" Type="http://schemas.openxmlformats.org/officeDocument/2006/relationships/slideLayout" Target="../slideLayouts/slideLayout27.xml"/><Relationship Id="rId2" Type="http://schemas.openxmlformats.org/officeDocument/2006/relationships/slideLayout" Target="../slideLayouts/slideLayout17.xml"/><Relationship Id="rId1" Type="http://schemas.openxmlformats.org/officeDocument/2006/relationships/slideLayout" Target="../slideLayouts/slideLayout16.xml"/><Relationship Id="rId6" Type="http://schemas.openxmlformats.org/officeDocument/2006/relationships/slideLayout" Target="../slideLayouts/slideLayout21.xml"/><Relationship Id="rId11" Type="http://schemas.openxmlformats.org/officeDocument/2006/relationships/slideLayout" Target="../slideLayouts/slideLayout26.xml"/><Relationship Id="rId5" Type="http://schemas.openxmlformats.org/officeDocument/2006/relationships/slideLayout" Target="../slideLayouts/slideLayout20.xml"/><Relationship Id="rId10" Type="http://schemas.openxmlformats.org/officeDocument/2006/relationships/slideLayout" Target="../slideLayouts/slideLayout25.xml"/><Relationship Id="rId4" Type="http://schemas.openxmlformats.org/officeDocument/2006/relationships/slideLayout" Target="../slideLayouts/slideLayout19.xml"/><Relationship Id="rId9" Type="http://schemas.openxmlformats.org/officeDocument/2006/relationships/slideLayout" Target="../slideLayouts/slideLayout24.xml"/><Relationship Id="rId14" Type="http://schemas.openxmlformats.org/officeDocument/2006/relationships/theme" Target="../theme/theme3.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36.xml"/><Relationship Id="rId13" Type="http://schemas.openxmlformats.org/officeDocument/2006/relationships/slideLayout" Target="../slideLayouts/slideLayout41.xml"/><Relationship Id="rId18" Type="http://schemas.openxmlformats.org/officeDocument/2006/relationships/slideLayout" Target="../slideLayouts/slideLayout46.xml"/><Relationship Id="rId3" Type="http://schemas.openxmlformats.org/officeDocument/2006/relationships/slideLayout" Target="../slideLayouts/slideLayout31.xml"/><Relationship Id="rId21" Type="http://schemas.openxmlformats.org/officeDocument/2006/relationships/slideLayout" Target="../slideLayouts/slideLayout49.xml"/><Relationship Id="rId7" Type="http://schemas.openxmlformats.org/officeDocument/2006/relationships/slideLayout" Target="../slideLayouts/slideLayout35.xml"/><Relationship Id="rId12" Type="http://schemas.openxmlformats.org/officeDocument/2006/relationships/slideLayout" Target="../slideLayouts/slideLayout40.xml"/><Relationship Id="rId17" Type="http://schemas.openxmlformats.org/officeDocument/2006/relationships/slideLayout" Target="../slideLayouts/slideLayout45.xml"/><Relationship Id="rId2" Type="http://schemas.openxmlformats.org/officeDocument/2006/relationships/slideLayout" Target="../slideLayouts/slideLayout30.xml"/><Relationship Id="rId16" Type="http://schemas.openxmlformats.org/officeDocument/2006/relationships/slideLayout" Target="../slideLayouts/slideLayout44.xml"/><Relationship Id="rId20" Type="http://schemas.openxmlformats.org/officeDocument/2006/relationships/slideLayout" Target="../slideLayouts/slideLayout48.xml"/><Relationship Id="rId1" Type="http://schemas.openxmlformats.org/officeDocument/2006/relationships/slideLayout" Target="../slideLayouts/slideLayout29.xml"/><Relationship Id="rId6" Type="http://schemas.openxmlformats.org/officeDocument/2006/relationships/slideLayout" Target="../slideLayouts/slideLayout34.xml"/><Relationship Id="rId11" Type="http://schemas.openxmlformats.org/officeDocument/2006/relationships/slideLayout" Target="../slideLayouts/slideLayout39.xml"/><Relationship Id="rId24" Type="http://schemas.openxmlformats.org/officeDocument/2006/relationships/image" Target="../media/image2.png"/><Relationship Id="rId5" Type="http://schemas.openxmlformats.org/officeDocument/2006/relationships/slideLayout" Target="../slideLayouts/slideLayout33.xml"/><Relationship Id="rId15" Type="http://schemas.openxmlformats.org/officeDocument/2006/relationships/slideLayout" Target="../slideLayouts/slideLayout43.xml"/><Relationship Id="rId23" Type="http://schemas.openxmlformats.org/officeDocument/2006/relationships/theme" Target="../theme/theme4.xml"/><Relationship Id="rId10" Type="http://schemas.openxmlformats.org/officeDocument/2006/relationships/slideLayout" Target="../slideLayouts/slideLayout38.xml"/><Relationship Id="rId19" Type="http://schemas.openxmlformats.org/officeDocument/2006/relationships/slideLayout" Target="../slideLayouts/slideLayout47.xml"/><Relationship Id="rId4" Type="http://schemas.openxmlformats.org/officeDocument/2006/relationships/slideLayout" Target="../slideLayouts/slideLayout32.xml"/><Relationship Id="rId9" Type="http://schemas.openxmlformats.org/officeDocument/2006/relationships/slideLayout" Target="../slideLayouts/slideLayout37.xml"/><Relationship Id="rId14" Type="http://schemas.openxmlformats.org/officeDocument/2006/relationships/slideLayout" Target="../slideLayouts/slideLayout42.xml"/><Relationship Id="rId22" Type="http://schemas.openxmlformats.org/officeDocument/2006/relationships/slideLayout" Target="../slideLayouts/slideLayout50.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lt1"/>
        </a:solidFill>
        <a:effectLst/>
      </p:bgPr>
    </p:bg>
    <p:spTree>
      <p:nvGrpSpPr>
        <p:cNvPr id="1" name="Shape 9"/>
        <p:cNvGrpSpPr/>
        <p:nvPr/>
      </p:nvGrpSpPr>
      <p:grpSpPr>
        <a:xfrm>
          <a:off x="0" y="0"/>
          <a:ext cx="0" cy="0"/>
          <a:chOff x="0" y="0"/>
          <a:chExt cx="0" cy="0"/>
        </a:xfrm>
      </p:grpSpPr>
      <p:sp>
        <p:nvSpPr>
          <p:cNvPr id="10" name="Shape 10"/>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400" b="1" i="0" u="none" strike="noStrike" cap="none">
                <a:solidFill>
                  <a:srgbClr val="007FA3"/>
                </a:solidFill>
                <a:latin typeface="Times New Roman"/>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r>
              <a:rPr lang="en-US" sz="3600" dirty="0">
                <a:latin typeface="+mj-lt"/>
              </a:rPr>
              <a:t>Click to add title</a:t>
            </a:r>
            <a:endParaRPr dirty="0"/>
          </a:p>
        </p:txBody>
      </p:sp>
      <p:sp>
        <p:nvSpPr>
          <p:cNvPr id="11" name="Shape 11"/>
          <p:cNvSpPr txBox="1">
            <a:spLocks noGrp="1"/>
          </p:cNvSpPr>
          <p:nvPr>
            <p:ph type="body" idx="1"/>
          </p:nvPr>
        </p:nvSpPr>
        <p:spPr>
          <a:xfrm>
            <a:off x="457200" y="1600200"/>
            <a:ext cx="8229600" cy="4428411"/>
          </a:xfrm>
          <a:prstGeom prst="rect">
            <a:avLst/>
          </a:prstGeom>
          <a:noFill/>
          <a:ln>
            <a:noFill/>
          </a:ln>
        </p:spPr>
        <p:txBody>
          <a:bodyPr lIns="91425" tIns="91425" rIns="91425" bIns="91425" anchor="t" anchorCtr="0"/>
          <a:lstStyle>
            <a:lvl1pPr marL="256032" marR="0" lvl="0" indent="-154432" algn="l" rtl="0">
              <a:spcBef>
                <a:spcPts val="1500"/>
              </a:spcBef>
              <a:buClr>
                <a:srgbClr val="007FA3"/>
              </a:buClr>
              <a:buSzPct val="100000"/>
              <a:buFont typeface="Arial"/>
              <a:buChar char="•"/>
              <a:defRPr sz="1600" b="0" i="0" u="none" strike="noStrike" cap="none">
                <a:solidFill>
                  <a:schemeClr val="dk1"/>
                </a:solidFill>
                <a:latin typeface="Arial"/>
                <a:ea typeface="Arial"/>
                <a:cs typeface="Arial"/>
                <a:sym typeface="Arial"/>
              </a:defRPr>
            </a:lvl1pPr>
            <a:lvl2pPr marL="742950" marR="0" lvl="1" indent="-18415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2pPr>
            <a:lvl3pPr marL="1143000" marR="0" lvl="2" indent="-127000" algn="l" rtl="0">
              <a:spcBef>
                <a:spcPts val="600"/>
              </a:spcBef>
              <a:buClr>
                <a:srgbClr val="007FA3"/>
              </a:buClr>
              <a:buSzPct val="100000"/>
              <a:buFont typeface="Noto Sans Symbols"/>
              <a:buChar char="▪"/>
              <a:defRPr sz="1600" b="0" i="0" u="none" strike="noStrike" cap="none">
                <a:solidFill>
                  <a:schemeClr val="dk1"/>
                </a:solidFill>
                <a:latin typeface="Arial"/>
                <a:ea typeface="Arial"/>
                <a:cs typeface="Arial"/>
                <a:sym typeface="Arial"/>
              </a:defRPr>
            </a:lvl3pPr>
            <a:lvl4pPr marL="1600200" marR="0" lvl="3"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4pPr>
            <a:lvl5pPr marL="2057400" marR="0" lvl="4"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5pPr>
            <a:lvl6pPr marL="2514600" marR="0" lvl="5"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6pPr>
            <a:lvl7pPr marL="2971800" marR="0" lvl="6"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7pPr>
            <a:lvl8pPr marL="3429000" marR="0" lvl="7"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8pPr>
            <a:lvl9pPr marL="3886200" marR="0" lvl="8"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9pPr>
          </a:lstStyle>
          <a:p>
            <a:endParaRPr dirty="0"/>
          </a:p>
        </p:txBody>
      </p:sp>
      <p:sp>
        <p:nvSpPr>
          <p:cNvPr id="13" name="Shape 13"/>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tx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pPr>
              <a:defRPr/>
            </a:pPr>
            <a:endParaRPr lang="en-US" dirty="0">
              <a:solidFill>
                <a:schemeClr val="tx1"/>
              </a:solidFill>
            </a:endParaRPr>
          </a:p>
        </p:txBody>
      </p:sp>
      <p:sp>
        <p:nvSpPr>
          <p:cNvPr id="14" name="Shape 14"/>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lvl1pPr>
              <a:defRPr>
                <a:solidFill>
                  <a:schemeClr val="tx1"/>
                </a:solidFill>
              </a:defRPr>
            </a:lvl1pPr>
          </a:lstStyle>
          <a:p>
            <a:pPr algn="r">
              <a:buSzPct val="25000"/>
              <a:defRPr/>
            </a:pPr>
            <a:fld id="{00000000-1234-1234-1234-123412341234}" type="slidenum">
              <a:rPr lang="en-US" sz="900" smtClean="0"/>
              <a:pPr algn="r">
                <a:buSzPct val="25000"/>
                <a:defRPr/>
              </a:pPr>
              <a:t>‹#›</a:t>
            </a:fld>
            <a:endParaRPr lang="en-US" sz="900" dirty="0"/>
          </a:p>
        </p:txBody>
      </p:sp>
    </p:spTree>
    <p:extLst>
      <p:ext uri="{BB962C8B-B14F-4D97-AF65-F5344CB8AC3E}">
        <p14:creationId xmlns:p14="http://schemas.microsoft.com/office/powerpoint/2010/main" val="3246644562"/>
      </p:ext>
    </p:extLst>
  </p:cSld>
  <p:clrMap bg1="lt1" tx1="dk1" bg2="dk2" tx2="lt2" accent1="accent1" accent2="accent2" accent3="accent3" accent4="accent4" accent5="accent5" accent6="accent6" hlink="hlink" folHlink="folHlink"/>
  <p:sldLayoutIdLst>
    <p:sldLayoutId id="2147483675"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None/>
        <a:defRPr sz="3600" b="0" i="0" u="none" strike="noStrike" cap="none">
          <a:solidFill>
            <a:srgbClr val="000000"/>
          </a:solidFill>
          <a:latin typeface="+mj-lt"/>
          <a:ea typeface="Arial"/>
          <a:cs typeface="Arial"/>
          <a:sym typeface="Arial"/>
        </a:defRPr>
      </a:lvl1pPr>
    </p:titleStyle>
    <p:bodyStyle>
      <a:defPPr marR="0" lvl="0" algn="l" rtl="0">
        <a:lnSpc>
          <a:spcPct val="100000"/>
        </a:lnSpc>
        <a:spcBef>
          <a:spcPts val="0"/>
        </a:spcBef>
        <a:spcAft>
          <a:spcPts val="0"/>
        </a:spcAft>
      </a:defPPr>
      <a:lvl1pPr marR="0" lvl="0" algn="l" rtl="0">
        <a:lnSpc>
          <a:spcPct val="100000"/>
        </a:lnSpc>
        <a:spcBef>
          <a:spcPts val="0"/>
        </a:spcBef>
        <a:spcAft>
          <a:spcPts val="0"/>
        </a:spcAft>
        <a:buNone/>
        <a:defRPr sz="16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400" b="1" i="0" u="none" strike="noStrike" cap="none">
                <a:solidFill>
                  <a:srgbClr val="007FA3"/>
                </a:solidFill>
                <a:latin typeface="Times New Roman"/>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r>
              <a:rPr lang="en-US" sz="3600" dirty="0">
                <a:latin typeface="+mj-lt"/>
              </a:rPr>
              <a:t>Click to add title</a:t>
            </a:r>
            <a:endParaRPr dirty="0"/>
          </a:p>
        </p:txBody>
      </p:sp>
      <p:sp>
        <p:nvSpPr>
          <p:cNvPr id="11" name="Content Placeholder"/>
          <p:cNvSpPr txBox="1">
            <a:spLocks noGrp="1"/>
          </p:cNvSpPr>
          <p:nvPr>
            <p:ph type="body" idx="1"/>
          </p:nvPr>
        </p:nvSpPr>
        <p:spPr>
          <a:xfrm>
            <a:off x="457200" y="1600200"/>
            <a:ext cx="8229600" cy="4428411"/>
          </a:xfrm>
          <a:prstGeom prst="rect">
            <a:avLst/>
          </a:prstGeom>
          <a:noFill/>
          <a:ln>
            <a:noFill/>
          </a:ln>
        </p:spPr>
        <p:txBody>
          <a:bodyPr lIns="91425" tIns="91425" rIns="91425" bIns="91425" anchor="t" anchorCtr="0"/>
          <a:lstStyle>
            <a:lvl1pPr marL="256032" marR="0" lvl="0" indent="-154432" algn="l" rtl="0">
              <a:spcBef>
                <a:spcPts val="1500"/>
              </a:spcBef>
              <a:buClr>
                <a:srgbClr val="007FA3"/>
              </a:buClr>
              <a:buSzPct val="100000"/>
              <a:buFont typeface="Arial"/>
              <a:buChar char="•"/>
              <a:defRPr sz="1600" b="0" i="0" u="none" strike="noStrike" cap="none">
                <a:solidFill>
                  <a:schemeClr val="dk1"/>
                </a:solidFill>
                <a:latin typeface="Arial"/>
                <a:ea typeface="Arial"/>
                <a:cs typeface="Arial"/>
                <a:sym typeface="Arial"/>
              </a:defRPr>
            </a:lvl1pPr>
            <a:lvl2pPr marL="742950" marR="0" lvl="1" indent="-18415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2pPr>
            <a:lvl3pPr marL="1143000" marR="0" lvl="2" indent="-127000" algn="l" rtl="0">
              <a:spcBef>
                <a:spcPts val="600"/>
              </a:spcBef>
              <a:buClr>
                <a:srgbClr val="007FA3"/>
              </a:buClr>
              <a:buSzPct val="100000"/>
              <a:buFont typeface="Noto Sans Symbols"/>
              <a:buChar char="▪"/>
              <a:defRPr sz="1600" b="0" i="0" u="none" strike="noStrike" cap="none">
                <a:solidFill>
                  <a:schemeClr val="dk1"/>
                </a:solidFill>
                <a:latin typeface="Arial"/>
                <a:ea typeface="Arial"/>
                <a:cs typeface="Arial"/>
                <a:sym typeface="Arial"/>
              </a:defRPr>
            </a:lvl3pPr>
            <a:lvl4pPr marL="1600200" marR="0" lvl="3"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4pPr>
            <a:lvl5pPr marL="2057400" marR="0" lvl="4"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5pPr>
            <a:lvl6pPr marL="2514600" marR="0" lvl="5"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6pPr>
            <a:lvl7pPr marL="2971800" marR="0" lvl="6"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7pPr>
            <a:lvl8pPr marL="3429000" marR="0" lvl="7"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8pPr>
            <a:lvl9pPr marL="3886200" marR="0" lvl="8"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9pPr>
          </a:lstStyle>
          <a:p>
            <a:endParaRPr dirty="0"/>
          </a:p>
        </p:txBody>
      </p:sp>
      <p:sp>
        <p:nvSpPr>
          <p:cNvPr id="16" name="Copyright"/>
          <p:cNvSpPr txBox="1"/>
          <p:nvPr/>
        </p:nvSpPr>
        <p:spPr>
          <a:xfrm>
            <a:off x="1600200" y="6429344"/>
            <a:ext cx="7162799" cy="200054"/>
          </a:xfrm>
          <a:prstGeom prst="rect">
            <a:avLst/>
          </a:prstGeom>
          <a:noFill/>
          <a:ln>
            <a:noFill/>
          </a:ln>
        </p:spPr>
        <p:txBody>
          <a:bodyPr lIns="91425" tIns="45700" rIns="91425" bIns="45700" anchor="ctr" anchorCtr="0">
            <a:noAutofit/>
          </a:bodyPr>
          <a:lstStyle/>
          <a:p>
            <a:pPr marL="0" marR="0" indent="0" algn="r" defTabSz="914400" rtl="0" eaLnBrk="1" fontAlgn="auto" latinLnBrk="0" hangingPunct="1">
              <a:lnSpc>
                <a:spcPct val="100000"/>
              </a:lnSpc>
              <a:spcBef>
                <a:spcPts val="0"/>
              </a:spcBef>
              <a:spcAft>
                <a:spcPts val="0"/>
              </a:spcAft>
              <a:buClrTx/>
              <a:buSzTx/>
              <a:buFontTx/>
              <a:buNone/>
              <a:tabLst/>
              <a:defRPr/>
            </a:pPr>
            <a:r>
              <a:rPr lang="en-US" altLang="en-US" sz="1200" b="0" dirty="0">
                <a:latin typeface="Verdana"/>
                <a:ea typeface="Verdana" panose="020B0604030504040204" pitchFamily="34" charset="0"/>
                <a:cs typeface="Verdana" panose="020B0604030504040204" pitchFamily="34" charset="0"/>
              </a:rPr>
              <a:t>Copyright © 2020 Pearson Education, Inc. All Rights Reserved</a:t>
            </a:r>
          </a:p>
        </p:txBody>
      </p:sp>
      <p:sp>
        <p:nvSpPr>
          <p:cNvPr id="13" name="Shape 13"/>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14" name="Shape 14"/>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pic>
        <p:nvPicPr>
          <p:cNvPr id="8" name="Picture Placeholder 21" descr="Pearson Logo">
            <a:extLst>
              <a:ext uri="{FF2B5EF4-FFF2-40B4-BE49-F238E27FC236}">
                <a16:creationId xmlns:a16="http://schemas.microsoft.com/office/drawing/2014/main" id="{9482BDEB-84DF-4344-AD30-389884976DF6}"/>
              </a:ext>
            </a:extLst>
          </p:cNvPr>
          <p:cNvPicPr>
            <a:picLocks noChangeAspect="1"/>
          </p:cNvPicPr>
          <p:nvPr userDrawn="1"/>
        </p:nvPicPr>
        <p:blipFill>
          <a:blip r:embed="rId16"/>
          <a:srcRect t="22152" b="22152"/>
          <a:stretch>
            <a:fillRect/>
          </a:stretch>
        </p:blipFill>
        <p:spPr>
          <a:xfrm>
            <a:off x="315677" y="6420639"/>
            <a:ext cx="1176574" cy="296443"/>
          </a:xfrm>
          <a:prstGeom prst="rect">
            <a:avLst/>
          </a:prstGeom>
        </p:spPr>
      </p:pic>
    </p:spTree>
  </p:cSld>
  <p:clrMap bg1="lt1" tx1="dk1" bg2="dk2" tx2="lt2" accent1="accent1" accent2="accent2" accent3="accent3" accent4="accent4" accent5="accent5" accent6="accent6" hlink="hlink" folHlink="folHlink"/>
  <p:sldLayoutIdLst>
    <p:sldLayoutId id="2147483664" r:id="rId1"/>
    <p:sldLayoutId id="2147483649" r:id="rId2"/>
    <p:sldLayoutId id="2147483650" r:id="rId3"/>
    <p:sldLayoutId id="2147483676" r:id="rId4"/>
    <p:sldLayoutId id="2147483677" r:id="rId5"/>
    <p:sldLayoutId id="2147483678" r:id="rId6"/>
    <p:sldLayoutId id="2147483679" r:id="rId7"/>
    <p:sldLayoutId id="2147483680" r:id="rId8"/>
    <p:sldLayoutId id="2147483681" r:id="rId9"/>
    <p:sldLayoutId id="2147483671" r:id="rId10"/>
    <p:sldLayoutId id="2147483673" r:id="rId11"/>
    <p:sldLayoutId id="2147483670" r:id="rId12"/>
    <p:sldLayoutId id="2147483669" r:id="rId13"/>
    <p:sldLayoutId id="2147483655" r:id="rId14"/>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None/>
        <a:defRPr sz="3600" b="0" i="0" u="none" strike="noStrike" cap="none">
          <a:solidFill>
            <a:srgbClr val="000000"/>
          </a:solidFill>
          <a:latin typeface="+mj-lt"/>
          <a:ea typeface="Arial"/>
          <a:cs typeface="Arial"/>
          <a:sym typeface="Arial"/>
        </a:defRPr>
      </a:lvl1pPr>
    </p:titleStyle>
    <p:body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mn-lt"/>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Plassholder for tittel 1">
            <a:extLst>
              <a:ext uri="{FF2B5EF4-FFF2-40B4-BE49-F238E27FC236}">
                <a16:creationId xmlns:a16="http://schemas.microsoft.com/office/drawing/2014/main" id="{1B25530A-0EEA-1FAE-3BA8-8F418543287B}"/>
              </a:ext>
            </a:extLst>
          </p:cNvPr>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nb-NO"/>
              <a:t>Klikk for å redigere tittelstil</a:t>
            </a:r>
          </a:p>
        </p:txBody>
      </p:sp>
      <p:sp>
        <p:nvSpPr>
          <p:cNvPr id="3" name="Plassholder for tekst 2">
            <a:extLst>
              <a:ext uri="{FF2B5EF4-FFF2-40B4-BE49-F238E27FC236}">
                <a16:creationId xmlns:a16="http://schemas.microsoft.com/office/drawing/2014/main" id="{8650F1C3-2835-DE5C-9440-9A13D6962855}"/>
              </a:ext>
            </a:extLst>
          </p:cNvPr>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nb-NO"/>
              <a:t>Klikk for å redigere tekststiler i malen</a:t>
            </a:r>
          </a:p>
          <a:p>
            <a:pPr lvl="1"/>
            <a:r>
              <a:rPr lang="nb-NO"/>
              <a:t>Andre nivå</a:t>
            </a:r>
          </a:p>
          <a:p>
            <a:pPr lvl="2"/>
            <a:r>
              <a:rPr lang="nb-NO"/>
              <a:t>Tredje nivå</a:t>
            </a:r>
          </a:p>
          <a:p>
            <a:pPr lvl="3"/>
            <a:r>
              <a:rPr lang="nb-NO"/>
              <a:t>Fjerde nivå</a:t>
            </a:r>
          </a:p>
          <a:p>
            <a:pPr lvl="4"/>
            <a:r>
              <a:rPr lang="nb-NO"/>
              <a:t>Femte nivå</a:t>
            </a:r>
          </a:p>
        </p:txBody>
      </p:sp>
      <p:sp>
        <p:nvSpPr>
          <p:cNvPr id="4" name="Plassholder for dato 3">
            <a:extLst>
              <a:ext uri="{FF2B5EF4-FFF2-40B4-BE49-F238E27FC236}">
                <a16:creationId xmlns:a16="http://schemas.microsoft.com/office/drawing/2014/main" id="{5DF7B7F8-DF66-F953-C2CE-C0006DFFADB8}"/>
              </a:ext>
            </a:extLst>
          </p:cNvPr>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900">
                <a:solidFill>
                  <a:schemeClr val="tx1">
                    <a:tint val="75000"/>
                  </a:schemeClr>
                </a:solidFill>
              </a:defRPr>
            </a:lvl1pPr>
          </a:lstStyle>
          <a:p>
            <a:fld id="{DDC010C0-8109-43D7-8EFA-C80A5EAEA898}" type="datetimeFigureOut">
              <a:rPr lang="nb-NO" smtClean="0"/>
              <a:t>12.03.2026</a:t>
            </a:fld>
            <a:endParaRPr lang="nb-NO"/>
          </a:p>
        </p:txBody>
      </p:sp>
      <p:sp>
        <p:nvSpPr>
          <p:cNvPr id="5" name="Plassholder for bunntekst 4">
            <a:extLst>
              <a:ext uri="{FF2B5EF4-FFF2-40B4-BE49-F238E27FC236}">
                <a16:creationId xmlns:a16="http://schemas.microsoft.com/office/drawing/2014/main" id="{13852078-CE7C-700F-95BB-5AEFDB6DC054}"/>
              </a:ext>
            </a:extLst>
          </p:cNvPr>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900">
                <a:solidFill>
                  <a:schemeClr val="tx1">
                    <a:tint val="75000"/>
                  </a:schemeClr>
                </a:solidFill>
              </a:defRPr>
            </a:lvl1pPr>
          </a:lstStyle>
          <a:p>
            <a:endParaRPr lang="nb-NO"/>
          </a:p>
        </p:txBody>
      </p:sp>
      <p:sp>
        <p:nvSpPr>
          <p:cNvPr id="6" name="Plassholder for lysbildenummer 5">
            <a:extLst>
              <a:ext uri="{FF2B5EF4-FFF2-40B4-BE49-F238E27FC236}">
                <a16:creationId xmlns:a16="http://schemas.microsoft.com/office/drawing/2014/main" id="{65ACBF07-9783-38E7-35B6-54DA0E92A63E}"/>
              </a:ext>
            </a:extLst>
          </p:cNvPr>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EF7127F3-4E4D-4F47-8D4F-5625664649C2}" type="slidenum">
              <a:rPr lang="nb-NO" smtClean="0"/>
              <a:t>‹#›</a:t>
            </a:fld>
            <a:endParaRPr lang="nb-NO"/>
          </a:p>
        </p:txBody>
      </p:sp>
    </p:spTree>
    <p:extLst>
      <p:ext uri="{BB962C8B-B14F-4D97-AF65-F5344CB8AC3E}">
        <p14:creationId xmlns:p14="http://schemas.microsoft.com/office/powerpoint/2010/main" val="3021516725"/>
      </p:ext>
    </p:extLst>
  </p:cSld>
  <p:clrMap bg1="lt1" tx1="dk1" bg2="lt2" tx2="dk2" accent1="accent1" accent2="accent2" accent3="accent3" accent4="accent4" accent5="accent5" accent6="accent6" hlink="hlink" folHlink="folHlink"/>
  <p:sldLayoutIdLst>
    <p:sldLayoutId id="2147483683" r:id="rId1"/>
    <p:sldLayoutId id="2147483684" r:id="rId2"/>
    <p:sldLayoutId id="2147483685" r:id="rId3"/>
    <p:sldLayoutId id="2147483686" r:id="rId4"/>
    <p:sldLayoutId id="2147483687" r:id="rId5"/>
    <p:sldLayoutId id="2147483688" r:id="rId6"/>
    <p:sldLayoutId id="2147483689" r:id="rId7"/>
    <p:sldLayoutId id="2147483690" r:id="rId8"/>
    <p:sldLayoutId id="2147483691" r:id="rId9"/>
    <p:sldLayoutId id="2147483692" r:id="rId10"/>
    <p:sldLayoutId id="2147483693" r:id="rId11"/>
    <p:sldLayoutId id="2147483694" r:id="rId12"/>
    <p:sldLayoutId id="2147483695" r:id="rId13"/>
  </p:sldLayoutIdLst>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nb-NO"/>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56104" y="570881"/>
            <a:ext cx="7961846" cy="1143000"/>
          </a:xfrm>
          <a:prstGeom prst="rect">
            <a:avLst/>
          </a:prstGeom>
        </p:spPr>
        <p:txBody>
          <a:bodyPr vert="horz" lIns="0" tIns="0" rIns="0" bIns="0" rtlCol="0" anchor="ctr">
            <a:normAutofit/>
          </a:bodyPr>
          <a:lstStyle/>
          <a:p>
            <a:r>
              <a:rPr lang="nb-NO"/>
              <a:t>Klikk for å redigere tittelstil</a:t>
            </a:r>
            <a:endParaRPr lang="nb-NO" dirty="0"/>
          </a:p>
        </p:txBody>
      </p:sp>
      <p:sp>
        <p:nvSpPr>
          <p:cNvPr id="3" name="Text Placeholder 2"/>
          <p:cNvSpPr>
            <a:spLocks noGrp="1"/>
          </p:cNvSpPr>
          <p:nvPr>
            <p:ph type="body" idx="1"/>
          </p:nvPr>
        </p:nvSpPr>
        <p:spPr>
          <a:xfrm>
            <a:off x="587254" y="2126457"/>
            <a:ext cx="8030696" cy="3800208"/>
          </a:xfrm>
          <a:prstGeom prst="rect">
            <a:avLst/>
          </a:prstGeom>
        </p:spPr>
        <p:txBody>
          <a:bodyPr vert="horz" lIns="91440" tIns="0" rIns="91440" bIns="0" rtlCol="0">
            <a:normAutofit/>
          </a:bodyPr>
          <a:lstStyle/>
          <a:p>
            <a:pPr lvl="0"/>
            <a:r>
              <a:rPr lang="nb-NO"/>
              <a:t>Klikk for å redigere tekststiler i malen</a:t>
            </a:r>
          </a:p>
          <a:p>
            <a:pPr lvl="1"/>
            <a:r>
              <a:rPr lang="nb-NO"/>
              <a:t>Andre nivå</a:t>
            </a:r>
          </a:p>
          <a:p>
            <a:pPr lvl="2"/>
            <a:r>
              <a:rPr lang="nb-NO"/>
              <a:t>Tredje nivå</a:t>
            </a:r>
          </a:p>
          <a:p>
            <a:pPr lvl="3"/>
            <a:r>
              <a:rPr lang="nb-NO"/>
              <a:t>Fjerde nivå</a:t>
            </a:r>
          </a:p>
          <a:p>
            <a:pPr lvl="4"/>
            <a:r>
              <a:rPr lang="nb-NO"/>
              <a:t>Femte nivå</a:t>
            </a:r>
            <a:endParaRPr lang="nb-NO" dirty="0"/>
          </a:p>
        </p:txBody>
      </p:sp>
      <p:sp>
        <p:nvSpPr>
          <p:cNvPr id="4" name="Date Placeholder 3"/>
          <p:cNvSpPr>
            <a:spLocks noGrp="1"/>
          </p:cNvSpPr>
          <p:nvPr>
            <p:ph type="dt" sz="half" idx="2"/>
          </p:nvPr>
        </p:nvSpPr>
        <p:spPr>
          <a:xfrm>
            <a:off x="1371407" y="6446387"/>
            <a:ext cx="1654282" cy="212821"/>
          </a:xfrm>
          <a:prstGeom prst="rect">
            <a:avLst/>
          </a:prstGeom>
        </p:spPr>
        <p:txBody>
          <a:bodyPr vert="horz" lIns="0" tIns="0" rIns="0" bIns="0" rtlCol="0" anchor="ctr"/>
          <a:lstStyle>
            <a:lvl1pPr algn="l">
              <a:defRPr sz="800">
                <a:solidFill>
                  <a:schemeClr val="tx1"/>
                </a:solidFill>
              </a:defRPr>
            </a:lvl1pPr>
          </a:lstStyle>
          <a:p>
            <a:fld id="{E1F5D854-43BD-7A47-B9A3-6C872AD2D06F}" type="datetime1">
              <a:rPr lang="nb-NO" smtClean="0"/>
              <a:t>12.03.2026</a:t>
            </a:fld>
            <a:endParaRPr lang="nb-NO" dirty="0"/>
          </a:p>
        </p:txBody>
      </p:sp>
      <p:sp>
        <p:nvSpPr>
          <p:cNvPr id="6" name="Slide Number Placeholder 5"/>
          <p:cNvSpPr>
            <a:spLocks noGrp="1"/>
          </p:cNvSpPr>
          <p:nvPr>
            <p:ph type="sldNum" sz="quarter" idx="4"/>
          </p:nvPr>
        </p:nvSpPr>
        <p:spPr>
          <a:xfrm>
            <a:off x="6851560" y="6446387"/>
            <a:ext cx="2133600" cy="212821"/>
          </a:xfrm>
          <a:prstGeom prst="rect">
            <a:avLst/>
          </a:prstGeom>
        </p:spPr>
        <p:txBody>
          <a:bodyPr vert="horz" lIns="0" tIns="0" rIns="0" bIns="0" rtlCol="0" anchor="ctr"/>
          <a:lstStyle>
            <a:lvl1pPr algn="r">
              <a:defRPr sz="800">
                <a:solidFill>
                  <a:schemeClr val="tx1"/>
                </a:solidFill>
              </a:defRPr>
            </a:lvl1pPr>
          </a:lstStyle>
          <a:p>
            <a:fld id="{28385D78-4187-AD4C-B928-A8579EE9A756}" type="slidenum">
              <a:rPr lang="nb-NO" smtClean="0"/>
              <a:pPr/>
              <a:t>‹#›</a:t>
            </a:fld>
            <a:endParaRPr lang="nb-NO" dirty="0"/>
          </a:p>
        </p:txBody>
      </p:sp>
      <p:pic>
        <p:nvPicPr>
          <p:cNvPr id="8" name="Picture 9"/>
          <p:cNvPicPr>
            <a:picLocks noChangeAspect="1"/>
          </p:cNvPicPr>
          <p:nvPr userDrawn="1"/>
        </p:nvPicPr>
        <p:blipFill>
          <a:blip r:embed="rId24" cstate="print">
            <a:extLst>
              <a:ext uri="{28A0092B-C50C-407E-A947-70E740481C1C}">
                <a14:useLocalDpi xmlns:a14="http://schemas.microsoft.com/office/drawing/2010/main" val="0"/>
              </a:ext>
            </a:extLst>
          </a:blip>
          <a:stretch>
            <a:fillRect/>
          </a:stretch>
        </p:blipFill>
        <p:spPr>
          <a:xfrm>
            <a:off x="23080" y="6230713"/>
            <a:ext cx="1255922" cy="655923"/>
          </a:xfrm>
          <a:prstGeom prst="rect">
            <a:avLst/>
          </a:prstGeom>
        </p:spPr>
      </p:pic>
    </p:spTree>
    <p:extLst>
      <p:ext uri="{BB962C8B-B14F-4D97-AF65-F5344CB8AC3E}">
        <p14:creationId xmlns:p14="http://schemas.microsoft.com/office/powerpoint/2010/main" val="2278292309"/>
      </p:ext>
    </p:extLst>
  </p:cSld>
  <p:clrMap bg1="lt1" tx1="dk1" bg2="lt2" tx2="dk2" accent1="accent1" accent2="accent2" accent3="accent3" accent4="accent4" accent5="accent5" accent6="accent6" hlink="hlink" folHlink="folHlink"/>
  <p:sldLayoutIdLst>
    <p:sldLayoutId id="2147483697" r:id="rId1"/>
    <p:sldLayoutId id="2147483698" r:id="rId2"/>
    <p:sldLayoutId id="2147483699" r:id="rId3"/>
    <p:sldLayoutId id="2147483700" r:id="rId4"/>
    <p:sldLayoutId id="2147483701" r:id="rId5"/>
    <p:sldLayoutId id="2147483702" r:id="rId6"/>
    <p:sldLayoutId id="2147483703" r:id="rId7"/>
    <p:sldLayoutId id="2147483704" r:id="rId8"/>
    <p:sldLayoutId id="2147483705" r:id="rId9"/>
    <p:sldLayoutId id="2147483706" r:id="rId10"/>
    <p:sldLayoutId id="2147483707" r:id="rId11"/>
    <p:sldLayoutId id="2147483708" r:id="rId12"/>
    <p:sldLayoutId id="2147483709" r:id="rId13"/>
    <p:sldLayoutId id="2147483710" r:id="rId14"/>
    <p:sldLayoutId id="2147483711" r:id="rId15"/>
    <p:sldLayoutId id="2147483712" r:id="rId16"/>
    <p:sldLayoutId id="2147483713" r:id="rId17"/>
    <p:sldLayoutId id="2147483714" r:id="rId18"/>
    <p:sldLayoutId id="2147483715" r:id="rId19"/>
    <p:sldLayoutId id="2147483716" r:id="rId20"/>
    <p:sldLayoutId id="2147483717" r:id="rId21"/>
    <p:sldLayoutId id="2147483718" r:id="rId22"/>
  </p:sldLayoutIdLst>
  <p:hf hdr="0"/>
  <p:txStyles>
    <p:titleStyle>
      <a:lvl1pPr algn="l" defTabSz="457189" rtl="0" eaLnBrk="1" latinLnBrk="0" hangingPunct="1">
        <a:spcBef>
          <a:spcPct val="0"/>
        </a:spcBef>
        <a:buNone/>
        <a:defRPr sz="2400" b="1" kern="1200">
          <a:solidFill>
            <a:schemeClr val="tx1"/>
          </a:solidFill>
          <a:latin typeface="Times New Roman"/>
          <a:ea typeface="+mj-ea"/>
          <a:cs typeface="Times New Roman"/>
        </a:defRPr>
      </a:lvl1pPr>
    </p:titleStyle>
    <p:bodyStyle>
      <a:lvl1pPr marL="176209" indent="-176209" algn="l" defTabSz="457189" rtl="0" eaLnBrk="1" latinLnBrk="0" hangingPunct="1">
        <a:spcBef>
          <a:spcPct val="20000"/>
        </a:spcBef>
        <a:buFont typeface="Arial"/>
        <a:buChar char="•"/>
        <a:defRPr sz="1600" kern="1200">
          <a:solidFill>
            <a:schemeClr val="tx1"/>
          </a:solidFill>
          <a:latin typeface="Calibri Light"/>
          <a:ea typeface="+mn-ea"/>
          <a:cs typeface="Calibri Light"/>
        </a:defRPr>
      </a:lvl1pPr>
      <a:lvl2pPr marL="452427" indent="-207958" algn="l" defTabSz="450839" rtl="0" eaLnBrk="1" latinLnBrk="0" hangingPunct="1">
        <a:spcBef>
          <a:spcPct val="20000"/>
        </a:spcBef>
        <a:buFont typeface="Arial"/>
        <a:buChar char="–"/>
        <a:defRPr sz="1600" kern="1200">
          <a:solidFill>
            <a:schemeClr val="tx1"/>
          </a:solidFill>
          <a:latin typeface="Calibri Light"/>
          <a:ea typeface="+mn-ea"/>
          <a:cs typeface="Calibri Light"/>
        </a:defRPr>
      </a:lvl2pPr>
      <a:lvl3pPr marL="627047" indent="-158746" algn="l" defTabSz="627047" rtl="0" eaLnBrk="1" latinLnBrk="0" hangingPunct="1">
        <a:spcBef>
          <a:spcPct val="20000"/>
        </a:spcBef>
        <a:buFont typeface="Arial"/>
        <a:buChar char="•"/>
        <a:defRPr sz="1600" kern="1200">
          <a:solidFill>
            <a:schemeClr val="tx1"/>
          </a:solidFill>
          <a:latin typeface="Calibri Light"/>
          <a:ea typeface="+mn-ea"/>
          <a:cs typeface="Calibri Light"/>
        </a:defRPr>
      </a:lvl3pPr>
      <a:lvl4pPr marL="804843" indent="-161921" algn="l" defTabSz="457189" rtl="0" eaLnBrk="1" latinLnBrk="0" hangingPunct="1">
        <a:spcBef>
          <a:spcPct val="20000"/>
        </a:spcBef>
        <a:buFont typeface="Arial"/>
        <a:buChar char="–"/>
        <a:defRPr sz="1600" kern="1200">
          <a:solidFill>
            <a:schemeClr val="tx1"/>
          </a:solidFill>
          <a:latin typeface="Calibri Light"/>
          <a:ea typeface="+mn-ea"/>
          <a:cs typeface="Calibri Light"/>
        </a:defRPr>
      </a:lvl4pPr>
      <a:lvl5pPr marL="987401" indent="-174621" algn="l" defTabSz="457189" rtl="0" eaLnBrk="1" latinLnBrk="0" hangingPunct="1">
        <a:spcBef>
          <a:spcPct val="20000"/>
        </a:spcBef>
        <a:buFont typeface="Arial"/>
        <a:buChar char="»"/>
        <a:defRPr sz="1600" kern="1200">
          <a:solidFill>
            <a:schemeClr val="tx1"/>
          </a:solidFill>
          <a:latin typeface="Calibri Light"/>
          <a:ea typeface="+mn-ea"/>
          <a:cs typeface="Calibri Light"/>
        </a:defRPr>
      </a:lvl5pPr>
      <a:lvl6pPr marL="2514537" indent="-228594" algn="l" defTabSz="457189" rtl="0" eaLnBrk="1" latinLnBrk="0" hangingPunct="1">
        <a:spcBef>
          <a:spcPct val="20000"/>
        </a:spcBef>
        <a:buFont typeface="Arial"/>
        <a:buChar char="•"/>
        <a:defRPr sz="2000" kern="1200">
          <a:solidFill>
            <a:schemeClr val="tx1"/>
          </a:solidFill>
          <a:latin typeface="+mn-lt"/>
          <a:ea typeface="+mn-ea"/>
          <a:cs typeface="+mn-cs"/>
        </a:defRPr>
      </a:lvl6pPr>
      <a:lvl7pPr marL="2971726" indent="-228594" algn="l" defTabSz="457189" rtl="0" eaLnBrk="1" latinLnBrk="0" hangingPunct="1">
        <a:spcBef>
          <a:spcPct val="20000"/>
        </a:spcBef>
        <a:buFont typeface="Arial"/>
        <a:buChar char="•"/>
        <a:defRPr sz="2000" kern="1200">
          <a:solidFill>
            <a:schemeClr val="tx1"/>
          </a:solidFill>
          <a:latin typeface="+mn-lt"/>
          <a:ea typeface="+mn-ea"/>
          <a:cs typeface="+mn-cs"/>
        </a:defRPr>
      </a:lvl7pPr>
      <a:lvl8pPr marL="3428915" indent="-228594" algn="l" defTabSz="457189" rtl="0" eaLnBrk="1" latinLnBrk="0" hangingPunct="1">
        <a:spcBef>
          <a:spcPct val="20000"/>
        </a:spcBef>
        <a:buFont typeface="Arial"/>
        <a:buChar char="•"/>
        <a:defRPr sz="2000" kern="1200">
          <a:solidFill>
            <a:schemeClr val="tx1"/>
          </a:solidFill>
          <a:latin typeface="+mn-lt"/>
          <a:ea typeface="+mn-ea"/>
          <a:cs typeface="+mn-cs"/>
        </a:defRPr>
      </a:lvl8pPr>
      <a:lvl9pPr marL="3886103" indent="-228594" algn="l" defTabSz="457189"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189" rtl="0" eaLnBrk="1" latinLnBrk="0" hangingPunct="1">
        <a:defRPr sz="1800" kern="1200">
          <a:solidFill>
            <a:schemeClr val="tx1"/>
          </a:solidFill>
          <a:latin typeface="+mn-lt"/>
          <a:ea typeface="+mn-ea"/>
          <a:cs typeface="+mn-cs"/>
        </a:defRPr>
      </a:lvl1pPr>
      <a:lvl2pPr marL="457189" algn="l" defTabSz="457189" rtl="0" eaLnBrk="1" latinLnBrk="0" hangingPunct="1">
        <a:defRPr sz="1800" kern="1200">
          <a:solidFill>
            <a:schemeClr val="tx1"/>
          </a:solidFill>
          <a:latin typeface="+mn-lt"/>
          <a:ea typeface="+mn-ea"/>
          <a:cs typeface="+mn-cs"/>
        </a:defRPr>
      </a:lvl2pPr>
      <a:lvl3pPr marL="914378" algn="l" defTabSz="457189" rtl="0" eaLnBrk="1" latinLnBrk="0" hangingPunct="1">
        <a:defRPr sz="1800" kern="1200">
          <a:solidFill>
            <a:schemeClr val="tx1"/>
          </a:solidFill>
          <a:latin typeface="+mn-lt"/>
          <a:ea typeface="+mn-ea"/>
          <a:cs typeface="+mn-cs"/>
        </a:defRPr>
      </a:lvl3pPr>
      <a:lvl4pPr marL="1371566" algn="l" defTabSz="457189" rtl="0" eaLnBrk="1" latinLnBrk="0" hangingPunct="1">
        <a:defRPr sz="1800" kern="1200">
          <a:solidFill>
            <a:schemeClr val="tx1"/>
          </a:solidFill>
          <a:latin typeface="+mn-lt"/>
          <a:ea typeface="+mn-ea"/>
          <a:cs typeface="+mn-cs"/>
        </a:defRPr>
      </a:lvl4pPr>
      <a:lvl5pPr marL="1828754" algn="l" defTabSz="457189" rtl="0" eaLnBrk="1" latinLnBrk="0" hangingPunct="1">
        <a:defRPr sz="1800" kern="1200">
          <a:solidFill>
            <a:schemeClr val="tx1"/>
          </a:solidFill>
          <a:latin typeface="+mn-lt"/>
          <a:ea typeface="+mn-ea"/>
          <a:cs typeface="+mn-cs"/>
        </a:defRPr>
      </a:lvl5pPr>
      <a:lvl6pPr marL="2285943" algn="l" defTabSz="457189" rtl="0" eaLnBrk="1" latinLnBrk="0" hangingPunct="1">
        <a:defRPr sz="1800" kern="1200">
          <a:solidFill>
            <a:schemeClr val="tx1"/>
          </a:solidFill>
          <a:latin typeface="+mn-lt"/>
          <a:ea typeface="+mn-ea"/>
          <a:cs typeface="+mn-cs"/>
        </a:defRPr>
      </a:lvl6pPr>
      <a:lvl7pPr marL="2743132" algn="l" defTabSz="457189" rtl="0" eaLnBrk="1" latinLnBrk="0" hangingPunct="1">
        <a:defRPr sz="1800" kern="1200">
          <a:solidFill>
            <a:schemeClr val="tx1"/>
          </a:solidFill>
          <a:latin typeface="+mn-lt"/>
          <a:ea typeface="+mn-ea"/>
          <a:cs typeface="+mn-cs"/>
        </a:defRPr>
      </a:lvl7pPr>
      <a:lvl8pPr marL="3200320" algn="l" defTabSz="457189" rtl="0" eaLnBrk="1" latinLnBrk="0" hangingPunct="1">
        <a:defRPr sz="1800" kern="1200">
          <a:solidFill>
            <a:schemeClr val="tx1"/>
          </a:solidFill>
          <a:latin typeface="+mn-lt"/>
          <a:ea typeface="+mn-ea"/>
          <a:cs typeface="+mn-cs"/>
        </a:defRPr>
      </a:lvl8pPr>
      <a:lvl9pPr marL="3657509" algn="l" defTabSz="457189"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3026">
          <p15:clr>
            <a:srgbClr val="F26B43"/>
          </p15:clr>
        </p15:guide>
        <p15:guide id="2" pos="90">
          <p15:clr>
            <a:srgbClr val="F26B43"/>
          </p15:clr>
        </p15:guide>
      </p15:sldGuideLst>
    </p:ext>
  </p:extLst>
</p:sldMaster>
</file>

<file path=ppt/slides/_rels/slide1.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4.jpeg"/><Relationship Id="rId1" Type="http://schemas.openxmlformats.org/officeDocument/2006/relationships/slideLayout" Target="../slideLayouts/slideLayout27.xml"/><Relationship Id="rId5" Type="http://schemas.openxmlformats.org/officeDocument/2006/relationships/image" Target="../media/image6.png"/><Relationship Id="rId4" Type="http://schemas.openxmlformats.org/officeDocument/2006/relationships/image" Target="../media/image5.png"/></Relationships>
</file>

<file path=ppt/slides/_rels/slide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8.xml"/></Relationships>
</file>

<file path=ppt/slides/_rels/slide3.xml.rels><?xml version="1.0" encoding="UTF-8" standalone="yes"?>
<Relationships xmlns="http://schemas.openxmlformats.org/package/2006/relationships"><Relationship Id="rId3" Type="http://schemas.openxmlformats.org/officeDocument/2006/relationships/hyperlink" Target="https://en.wikipedia.org/wiki/List_of_file_formats#Text_files" TargetMode="External"/><Relationship Id="rId2" Type="http://schemas.openxmlformats.org/officeDocument/2006/relationships/hyperlink" Target="https://docs.oracle.com/javase/tutorial/java/nutsandbolts/_keywords.html" TargetMode="External"/><Relationship Id="rId1" Type="http://schemas.openxmlformats.org/officeDocument/2006/relationships/slideLayout" Target="../slideLayouts/slideLayout30.xml"/><Relationship Id="rId4" Type="http://schemas.openxmlformats.org/officeDocument/2006/relationships/hyperlink" Target="https://en.wikipedia.org/wiki/List_of_file_formats#Binary_files" TargetMode="External"/></Relationships>
</file>

<file path=ppt/slides/_rels/slide4.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9.jpeg"/></Relationships>
</file>

<file path=ppt/slides/_rels/slide5.xml.rels><?xml version="1.0" encoding="UTF-8" standalone="yes"?>
<Relationships xmlns="http://schemas.openxmlformats.org/package/2006/relationships"><Relationship Id="rId3" Type="http://schemas.openxmlformats.org/officeDocument/2006/relationships/hyperlink" Target="https://symbl.cc/en/unicode-table/" TargetMode="External"/><Relationship Id="rId2" Type="http://schemas.openxmlformats.org/officeDocument/2006/relationships/image" Target="../media/image10.png"/><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3" Type="http://schemas.openxmlformats.org/officeDocument/2006/relationships/image" Target="../media/image16.jpg"/><Relationship Id="rId2" Type="http://schemas.openxmlformats.org/officeDocument/2006/relationships/notesSlide" Target="../notesSlides/notesSlide10.xml"/><Relationship Id="rId1" Type="http://schemas.openxmlformats.org/officeDocument/2006/relationships/slideLayout" Target="../slideLayouts/slideLayout10.xml"/><Relationship Id="rId4" Type="http://schemas.openxmlformats.org/officeDocument/2006/relationships/hyperlink" Target="https://liveexample.pearsoncmg.com/html/TestFileStream.html" TargetMode="Externa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3" Type="http://schemas.openxmlformats.org/officeDocument/2006/relationships/image" Target="../media/image17.emf"/><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2.xml"/><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3.xml"/><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4.xml"/><Relationship Id="rId1" Type="http://schemas.openxmlformats.org/officeDocument/2006/relationships/slideLayout" Target="../slideLayouts/slideLayout10.xml"/><Relationship Id="rId4" Type="http://schemas.openxmlformats.org/officeDocument/2006/relationships/hyperlink" Target="https://liveexample.pearsoncmg.com/html/Copy.html" TargetMode="External"/></Relationships>
</file>

<file path=ppt/slides/_rels/slide25.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5.xml"/><Relationship Id="rId1" Type="http://schemas.openxmlformats.org/officeDocument/2006/relationships/slideLayout" Target="../slideLayouts/slideLayout10.xml"/><Relationship Id="rId4" Type="http://schemas.openxmlformats.org/officeDocument/2006/relationships/hyperlink" Target="https://liveexample.pearsoncmg.com/html/Copy.html" TargetMode="Externa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3" Type="http://schemas.openxmlformats.org/officeDocument/2006/relationships/hyperlink" Target="https://liveexample.pearsoncmg.com/html/TestObjectStreamForArray.html" TargetMode="External"/><Relationship Id="rId2" Type="http://schemas.openxmlformats.org/officeDocument/2006/relationships/notesSlide" Target="../notesSlides/notesSlide16.xml"/><Relationship Id="rId1" Type="http://schemas.openxmlformats.org/officeDocument/2006/relationships/slideLayout" Target="../slideLayouts/slideLayout10.xml"/></Relationships>
</file>

<file path=ppt/slides/_rels/slide29.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7.xml"/><Relationship Id="rId1" Type="http://schemas.openxmlformats.org/officeDocument/2006/relationships/slideLayout" Target="../slideLayouts/slideLayout4.xml"/><Relationship Id="rId4" Type="http://schemas.openxmlformats.org/officeDocument/2006/relationships/image" Target="../media/image22.sv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Placeholder 8" descr="_A8A3221.jpg"/>
          <p:cNvPicPr>
            <a:picLocks noGrp="1" noChangeAspect="1"/>
          </p:cNvPicPr>
          <p:nvPr>
            <p:ph type="pic" sz="quarter" idx="13"/>
          </p:nvPr>
        </p:nvPicPr>
        <p:blipFill>
          <a:blip r:embed="rId2" cstate="print">
            <a:extLst>
              <a:ext uri="{BEBA8EAE-BF5A-486C-A8C5-ECC9F3942E4B}">
                <a14:imgProps xmlns:a14="http://schemas.microsoft.com/office/drawing/2010/main">
                  <a14:imgLayer r:embed="rId3">
                    <a14:imgEffect>
                      <a14:brightnessContrast contrast="-40000"/>
                    </a14:imgEffect>
                  </a14:imgLayer>
                </a14:imgProps>
              </a:ext>
              <a:ext uri="{28A0092B-C50C-407E-A947-70E740481C1C}">
                <a14:useLocalDpi xmlns:a14="http://schemas.microsoft.com/office/drawing/2010/main"/>
              </a:ext>
            </a:extLst>
          </a:blip>
          <a:srcRect/>
          <a:stretch>
            <a:fillRect/>
          </a:stretch>
        </p:blipFill>
        <p:spPr/>
      </p:pic>
      <p:pic>
        <p:nvPicPr>
          <p:cNvPr id="4" name="Picture 3" descr="CMonster-4.png"/>
          <p:cNvPicPr>
            <a:picLocks noChangeAspect="1"/>
          </p:cNvPicPr>
          <p:nvPr/>
        </p:nvPicPr>
        <p:blipFill>
          <a:blip r:embed="rId4" cstate="print">
            <a:extLst>
              <a:ext uri="{28A0092B-C50C-407E-A947-70E740481C1C}">
                <a14:useLocalDpi xmlns:a14="http://schemas.microsoft.com/office/drawing/2010/main"/>
              </a:ext>
            </a:extLst>
          </a:blip>
          <a:stretch>
            <a:fillRect/>
          </a:stretch>
        </p:blipFill>
        <p:spPr>
          <a:xfrm>
            <a:off x="8251749" y="1974851"/>
            <a:ext cx="1007266" cy="2374900"/>
          </a:xfrm>
          <a:prstGeom prst="rect">
            <a:avLst/>
          </a:prstGeom>
        </p:spPr>
      </p:pic>
      <p:sp>
        <p:nvSpPr>
          <p:cNvPr id="2" name="Date Placeholder 1"/>
          <p:cNvSpPr>
            <a:spLocks noGrp="1"/>
          </p:cNvSpPr>
          <p:nvPr>
            <p:ph type="dt" sz="half" idx="10"/>
          </p:nvPr>
        </p:nvSpPr>
        <p:spPr/>
        <p:txBody>
          <a:bodyPr/>
          <a:lstStyle/>
          <a:p>
            <a:pPr marL="0" marR="0" lvl="0" indent="0" algn="l" defTabSz="685800" rtl="0" eaLnBrk="1" fontAlgn="auto" latinLnBrk="0" hangingPunct="1">
              <a:lnSpc>
                <a:spcPct val="100000"/>
              </a:lnSpc>
              <a:spcBef>
                <a:spcPts val="0"/>
              </a:spcBef>
              <a:spcAft>
                <a:spcPts val="0"/>
              </a:spcAft>
              <a:buClrTx/>
              <a:buSzTx/>
              <a:buFontTx/>
              <a:buNone/>
              <a:tabLst/>
              <a:defRPr/>
            </a:pPr>
            <a:fld id="{434E169B-EE99-8642-8168-AC7573A6414A}" type="datetime1">
              <a:rPr kumimoji="0" lang="nb-NO" sz="900" b="0" i="0" u="none" strike="noStrike" kern="1200" cap="none" spc="0" normalizeH="0" baseline="0" noProof="0">
                <a:ln>
                  <a:noFill/>
                </a:ln>
                <a:solidFill>
                  <a:prstClr val="black">
                    <a:tint val="75000"/>
                  </a:prstClr>
                </a:solidFill>
                <a:effectLst/>
                <a:uLnTx/>
                <a:uFillTx/>
                <a:latin typeface="Calibri" panose="020F0502020204030204"/>
                <a:ea typeface="+mn-ea"/>
                <a:cs typeface="Arial"/>
                <a:sym typeface="Arial"/>
              </a:rPr>
              <a:pPr marL="0" marR="0" lvl="0" indent="0" algn="l" defTabSz="685800" rtl="0" eaLnBrk="1" fontAlgn="auto" latinLnBrk="0" hangingPunct="1">
                <a:lnSpc>
                  <a:spcPct val="100000"/>
                </a:lnSpc>
                <a:spcBef>
                  <a:spcPts val="0"/>
                </a:spcBef>
                <a:spcAft>
                  <a:spcPts val="0"/>
                </a:spcAft>
                <a:buClrTx/>
                <a:buSzTx/>
                <a:buFontTx/>
                <a:buNone/>
                <a:tabLst/>
                <a:defRPr/>
              </a:pPr>
              <a:t>12.03.2026</a:t>
            </a:fld>
            <a:endParaRPr kumimoji="0" lang="nb-NO" sz="900" b="0" i="0" u="none" strike="noStrike" kern="1200" cap="none" spc="0" normalizeH="0" baseline="0" noProof="0" dirty="0">
              <a:ln>
                <a:noFill/>
              </a:ln>
              <a:solidFill>
                <a:prstClr val="black">
                  <a:tint val="75000"/>
                </a:prstClr>
              </a:solidFill>
              <a:effectLst/>
              <a:uLnTx/>
              <a:uFillTx/>
              <a:latin typeface="Calibri" panose="020F0502020204030204"/>
              <a:ea typeface="+mn-ea"/>
              <a:cs typeface="Arial"/>
              <a:sym typeface="Arial"/>
            </a:endParaRPr>
          </a:p>
        </p:txBody>
      </p:sp>
      <p:sp>
        <p:nvSpPr>
          <p:cNvPr id="5" name="Slide Number Placeholder 4"/>
          <p:cNvSpPr>
            <a:spLocks noGrp="1"/>
          </p:cNvSpPr>
          <p:nvPr>
            <p:ph type="sldNum" sz="quarter" idx="12"/>
          </p:nvPr>
        </p:nvSpPr>
        <p:spPr/>
        <p:txBody>
          <a:bodyPr/>
          <a:lstStyle/>
          <a:p>
            <a:pPr marL="0" marR="0" lvl="0" indent="0" algn="r" defTabSz="685800" rtl="0" eaLnBrk="1" fontAlgn="auto" latinLnBrk="0" hangingPunct="1">
              <a:lnSpc>
                <a:spcPct val="100000"/>
              </a:lnSpc>
              <a:spcBef>
                <a:spcPts val="0"/>
              </a:spcBef>
              <a:spcAft>
                <a:spcPts val="0"/>
              </a:spcAft>
              <a:buClrTx/>
              <a:buSzTx/>
              <a:buFontTx/>
              <a:buNone/>
              <a:tabLst/>
              <a:defRPr/>
            </a:pPr>
            <a:fld id="{28385D78-4187-AD4C-B928-A8579EE9A756}" type="slidenum">
              <a:rPr kumimoji="0" lang="nb-NO" sz="900" b="0" i="0" u="none" strike="noStrike" kern="1200" cap="none" spc="0" normalizeH="0" baseline="0" noProof="0">
                <a:ln>
                  <a:noFill/>
                </a:ln>
                <a:solidFill>
                  <a:prstClr val="black">
                    <a:tint val="75000"/>
                  </a:prstClr>
                </a:solidFill>
                <a:effectLst/>
                <a:uLnTx/>
                <a:uFillTx/>
                <a:latin typeface="Calibri" panose="020F0502020204030204"/>
                <a:ea typeface="+mn-ea"/>
                <a:cs typeface="Arial"/>
                <a:sym typeface="Arial"/>
              </a:rPr>
              <a:pPr marL="0" marR="0" lvl="0" indent="0" algn="r" defTabSz="685800" rtl="0" eaLnBrk="1" fontAlgn="auto" latinLnBrk="0" hangingPunct="1">
                <a:lnSpc>
                  <a:spcPct val="100000"/>
                </a:lnSpc>
                <a:spcBef>
                  <a:spcPts val="0"/>
                </a:spcBef>
                <a:spcAft>
                  <a:spcPts val="0"/>
                </a:spcAft>
                <a:buClrTx/>
                <a:buSzTx/>
                <a:buFontTx/>
                <a:buNone/>
                <a:tabLst/>
                <a:defRPr/>
              </a:pPr>
              <a:t>1</a:t>
            </a:fld>
            <a:endParaRPr kumimoji="0" lang="nb-NO" sz="900" b="0" i="0" u="none" strike="noStrike" kern="1200" cap="none" spc="0" normalizeH="0" baseline="0" noProof="0">
              <a:ln>
                <a:noFill/>
              </a:ln>
              <a:solidFill>
                <a:prstClr val="black">
                  <a:tint val="75000"/>
                </a:prstClr>
              </a:solidFill>
              <a:effectLst/>
              <a:uLnTx/>
              <a:uFillTx/>
              <a:latin typeface="Calibri" panose="020F0502020204030204"/>
              <a:ea typeface="+mn-ea"/>
              <a:cs typeface="Arial"/>
              <a:sym typeface="Arial"/>
            </a:endParaRPr>
          </a:p>
        </p:txBody>
      </p:sp>
      <p:pic>
        <p:nvPicPr>
          <p:cNvPr id="8" name="Picture 5"/>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2039828" y="2368550"/>
            <a:ext cx="5057994" cy="1981200"/>
          </a:xfrm>
          <a:prstGeom prst="rect">
            <a:avLst/>
          </a:prstGeom>
        </p:spPr>
      </p:pic>
    </p:spTree>
    <p:extLst>
      <p:ext uri="{BB962C8B-B14F-4D97-AF65-F5344CB8AC3E}">
        <p14:creationId xmlns:p14="http://schemas.microsoft.com/office/powerpoint/2010/main" val="169546889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ontent Placeholder 5"/>
          <p:cNvSpPr>
            <a:spLocks noGrp="1"/>
          </p:cNvSpPr>
          <p:nvPr>
            <p:ph idx="1"/>
          </p:nvPr>
        </p:nvSpPr>
        <p:spPr/>
        <p:txBody>
          <a:bodyPr/>
          <a:lstStyle/>
          <a:p>
            <a:r>
              <a:rPr lang="nb-NO" dirty="0"/>
              <a:t>PB1090 – Objekt orientert programmering </a:t>
            </a:r>
          </a:p>
          <a:p>
            <a:r>
              <a:rPr lang="nb-NO" dirty="0"/>
              <a:t>Vår 2026</a:t>
            </a:r>
          </a:p>
          <a:p>
            <a:r>
              <a:rPr lang="nb-NO" dirty="0"/>
              <a:t>Forelesning #</a:t>
            </a:r>
            <a:r>
              <a:rPr lang="nb-NO" dirty="0" err="1"/>
              <a:t>uke11</a:t>
            </a:r>
            <a:endParaRPr lang="nb-NO" dirty="0"/>
          </a:p>
          <a:p>
            <a:r>
              <a:rPr lang="nb-NO" dirty="0"/>
              <a:t>lars.e.opdal@usn.no</a:t>
            </a:r>
          </a:p>
        </p:txBody>
      </p:sp>
      <p:pic>
        <p:nvPicPr>
          <p:cNvPr id="4" name="Picture 3" descr="Monster-4.png"/>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98450" y="3676651"/>
            <a:ext cx="1739900" cy="1739900"/>
          </a:xfrm>
          <a:prstGeom prst="rect">
            <a:avLst/>
          </a:prstGeom>
        </p:spPr>
      </p:pic>
      <p:pic>
        <p:nvPicPr>
          <p:cNvPr id="5" name="Picture 4" descr="BMonster-5.png"/>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756400" y="1642924"/>
            <a:ext cx="3530600" cy="644618"/>
          </a:xfrm>
          <a:prstGeom prst="rect">
            <a:avLst/>
          </a:prstGeom>
        </p:spPr>
      </p:pic>
    </p:spTree>
    <p:extLst>
      <p:ext uri="{BB962C8B-B14F-4D97-AF65-F5344CB8AC3E}">
        <p14:creationId xmlns:p14="http://schemas.microsoft.com/office/powerpoint/2010/main" val="367785735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nb-NO" dirty="0"/>
              <a:t>PB1090 –Agenda uke 11</a:t>
            </a:r>
          </a:p>
        </p:txBody>
      </p:sp>
      <p:sp>
        <p:nvSpPr>
          <p:cNvPr id="5" name="Content Placeholder 4"/>
          <p:cNvSpPr>
            <a:spLocks noGrp="1"/>
          </p:cNvSpPr>
          <p:nvPr>
            <p:ph idx="1"/>
          </p:nvPr>
        </p:nvSpPr>
        <p:spPr>
          <a:xfrm>
            <a:off x="1113304" y="1142381"/>
            <a:ext cx="8030696" cy="3800208"/>
          </a:xfrm>
        </p:spPr>
        <p:txBody>
          <a:bodyPr>
            <a:noAutofit/>
          </a:bodyPr>
          <a:lstStyle/>
          <a:p>
            <a:pPr marL="342900" lvl="0" indent="0" defTabSz="914400">
              <a:spcBef>
                <a:spcPts val="0"/>
              </a:spcBef>
              <a:buNone/>
              <a:defRPr/>
            </a:pPr>
            <a:endParaRPr lang="nb-NO" sz="1400" dirty="0"/>
          </a:p>
          <a:p>
            <a:r>
              <a:rPr lang="nb-NO" sz="1400" b="1" dirty="0"/>
              <a:t>Mandag:</a:t>
            </a:r>
          </a:p>
          <a:p>
            <a:pPr marL="342900" indent="0" defTabSz="914400">
              <a:spcBef>
                <a:spcPts val="0"/>
              </a:spcBef>
              <a:buNone/>
              <a:defRPr/>
            </a:pPr>
            <a:r>
              <a:rPr lang="nb-NO" sz="1400" b="1" dirty="0"/>
              <a:t>Rep. Uke 10</a:t>
            </a:r>
            <a:r>
              <a:rPr lang="nb-NO" sz="1400" dirty="0"/>
              <a:t> </a:t>
            </a:r>
            <a:r>
              <a:rPr lang="nb-NO" sz="1400" dirty="0" err="1"/>
              <a:t>–</a:t>
            </a:r>
            <a:r>
              <a:rPr lang="nb-NO" sz="1400" dirty="0"/>
              <a:t> </a:t>
            </a:r>
            <a:r>
              <a:rPr lang="nb-NO" sz="1400" kern="0" dirty="0">
                <a:latin typeface="Calibri" panose="020F0502020204030204" pitchFamily="34" charset="0"/>
                <a:cs typeface="Arial"/>
                <a:sym typeface="Arial"/>
              </a:rPr>
              <a:t>Oppsummering av unntakshåndtering</a:t>
            </a:r>
            <a:endParaRPr lang="nb-NO" sz="1400" dirty="0"/>
          </a:p>
          <a:p>
            <a:pPr marL="342900" lvl="0" indent="0" defTabSz="914400">
              <a:spcBef>
                <a:spcPts val="0"/>
              </a:spcBef>
              <a:buNone/>
              <a:defRPr/>
            </a:pPr>
            <a:r>
              <a:rPr lang="nb-NO" sz="1400" dirty="0" err="1"/>
              <a:t>Checked</a:t>
            </a:r>
            <a:r>
              <a:rPr lang="nb-NO" sz="1400" dirty="0"/>
              <a:t> </a:t>
            </a:r>
            <a:r>
              <a:rPr lang="nb-NO" sz="1400" dirty="0" err="1"/>
              <a:t>exceptions</a:t>
            </a:r>
            <a:r>
              <a:rPr lang="nb-NO" sz="1400" dirty="0"/>
              <a:t>: </a:t>
            </a:r>
          </a:p>
          <a:p>
            <a:pPr marL="342900" lvl="0" indent="0" defTabSz="914400">
              <a:spcBef>
                <a:spcPts val="0"/>
              </a:spcBef>
              <a:buNone/>
              <a:defRPr/>
            </a:pPr>
            <a:r>
              <a:rPr lang="nb-NO" sz="1400" b="1" kern="0" dirty="0" err="1">
                <a:solidFill>
                  <a:srgbClr val="FF0000"/>
                </a:solidFill>
                <a:latin typeface="Calibri" panose="020F0502020204030204" pitchFamily="34" charset="0"/>
                <a:cs typeface="Arial"/>
                <a:sym typeface="Arial"/>
              </a:rPr>
              <a:t>FileNotFoundException</a:t>
            </a:r>
            <a:r>
              <a:rPr lang="nb-NO" sz="1400" b="1" kern="0" dirty="0">
                <a:solidFill>
                  <a:srgbClr val="000000"/>
                </a:solidFill>
                <a:latin typeface="Calibri" panose="020F0502020204030204" pitchFamily="34" charset="0"/>
                <a:cs typeface="Arial"/>
                <a:sym typeface="Arial"/>
              </a:rPr>
              <a:t>, </a:t>
            </a:r>
            <a:r>
              <a:rPr lang="nb-NO" sz="1400" b="1" kern="0" dirty="0" err="1">
                <a:solidFill>
                  <a:srgbClr val="FF0000"/>
                </a:solidFill>
                <a:latin typeface="Calibri" panose="020F0502020204030204" pitchFamily="34" charset="0"/>
                <a:cs typeface="Arial"/>
                <a:sym typeface="Arial"/>
              </a:rPr>
              <a:t>IOException</a:t>
            </a:r>
            <a:r>
              <a:rPr lang="nb-NO" sz="1400" b="1" kern="0" dirty="0">
                <a:solidFill>
                  <a:srgbClr val="FF0000"/>
                </a:solidFill>
                <a:latin typeface="Calibri" panose="020F0502020204030204" pitchFamily="34" charset="0"/>
                <a:cs typeface="Arial"/>
                <a:sym typeface="Arial"/>
              </a:rPr>
              <a:t> </a:t>
            </a:r>
          </a:p>
          <a:p>
            <a:pPr marL="342900" lvl="0" indent="0" defTabSz="914400">
              <a:spcBef>
                <a:spcPts val="0"/>
              </a:spcBef>
              <a:buNone/>
              <a:defRPr/>
            </a:pPr>
            <a:r>
              <a:rPr lang="nb-NO" sz="1400" kern="0" dirty="0">
                <a:latin typeface="Calibri" panose="020F0502020204030204" pitchFamily="34" charset="0"/>
                <a:cs typeface="Arial"/>
                <a:sym typeface="Arial"/>
              </a:rPr>
              <a:t>Lesing av filer og innhold</a:t>
            </a:r>
            <a:endParaRPr lang="nb-NO" sz="1400" b="1" kern="0" dirty="0">
              <a:latin typeface="Calibri" panose="020F0502020204030204" pitchFamily="34" charset="0"/>
              <a:cs typeface="Arial"/>
              <a:sym typeface="Arial"/>
            </a:endParaRPr>
          </a:p>
          <a:p>
            <a:pPr marL="342900" lvl="0" indent="0" defTabSz="914400">
              <a:spcBef>
                <a:spcPts val="0"/>
              </a:spcBef>
              <a:buNone/>
              <a:defRPr/>
            </a:pPr>
            <a:r>
              <a:rPr lang="nb-NO" sz="1400" b="1" dirty="0" err="1"/>
              <a:t>ArrayList</a:t>
            </a:r>
            <a:r>
              <a:rPr lang="nb-NO" sz="1400" b="1" dirty="0"/>
              <a:t> .demo</a:t>
            </a:r>
          </a:p>
          <a:p>
            <a:pPr marL="342900" lvl="0" indent="0" defTabSz="914400">
              <a:spcBef>
                <a:spcPts val="0"/>
              </a:spcBef>
              <a:buNone/>
              <a:defRPr/>
            </a:pPr>
            <a:endParaRPr lang="nb-NO" sz="1400" b="1" dirty="0"/>
          </a:p>
          <a:p>
            <a:pPr marL="0" indent="0">
              <a:buNone/>
            </a:pPr>
            <a:r>
              <a:rPr lang="nb-NO" sz="1400" b="1" dirty="0"/>
              <a:t>Fredag:</a:t>
            </a:r>
          </a:p>
          <a:p>
            <a:pPr marL="0" indent="0">
              <a:buNone/>
            </a:pPr>
            <a:r>
              <a:rPr lang="nb-NO" sz="1400" b="1" kern="0" dirty="0">
                <a:latin typeface="Calibri" panose="020F0502020204030204" pitchFamily="34" charset="0"/>
                <a:cs typeface="Arial"/>
                <a:sym typeface="Arial"/>
              </a:rPr>
              <a:t>         </a:t>
            </a:r>
            <a:r>
              <a:rPr lang="nb-NO" sz="1400" b="1" dirty="0" err="1"/>
              <a:t>Oblig2</a:t>
            </a:r>
            <a:r>
              <a:rPr lang="nb-NO" sz="1400" b="1" dirty="0"/>
              <a:t>: </a:t>
            </a:r>
            <a:r>
              <a:rPr lang="nb-NO" sz="1400" dirty="0"/>
              <a:t> Gjennomgang </a:t>
            </a:r>
            <a:r>
              <a:rPr lang="nb-NO" sz="1400" dirty="0" err="1"/>
              <a:t>–</a:t>
            </a:r>
            <a:r>
              <a:rPr lang="nb-NO" sz="1400" dirty="0"/>
              <a:t> alt. løsning med </a:t>
            </a:r>
            <a:r>
              <a:rPr lang="nb-NO" sz="1400" dirty="0" err="1"/>
              <a:t>arrayList</a:t>
            </a:r>
            <a:endParaRPr lang="nb-NO" sz="1400" b="1" dirty="0"/>
          </a:p>
          <a:p>
            <a:pPr lvl="1"/>
            <a:r>
              <a:rPr lang="nb-NO" sz="1400" b="1" dirty="0"/>
              <a:t>Kapittel 17: </a:t>
            </a:r>
            <a:r>
              <a:rPr lang="nb-NO" sz="1400" dirty="0"/>
              <a:t>Behandling av binære data (filbehandling) </a:t>
            </a:r>
          </a:p>
          <a:p>
            <a:pPr lvl="1"/>
            <a:r>
              <a:rPr lang="nb-NO" sz="1400" kern="0" dirty="0">
                <a:solidFill>
                  <a:srgbClr val="000000"/>
                </a:solidFill>
                <a:latin typeface="Calibri" panose="020F0502020204030204" pitchFamily="34" charset="0"/>
                <a:cs typeface="Arial"/>
                <a:sym typeface="Arial"/>
              </a:rPr>
              <a:t>Web Crawler (Demo)</a:t>
            </a:r>
          </a:p>
          <a:p>
            <a:pPr lvl="1"/>
            <a:r>
              <a:rPr lang="nb-NO" sz="1400" kern="0" dirty="0" err="1">
                <a:solidFill>
                  <a:srgbClr val="000000"/>
                </a:solidFill>
                <a:latin typeface="Calibri" panose="020F0502020204030204" pitchFamily="34" charset="0"/>
                <a:cs typeface="Arial"/>
                <a:sym typeface="Arial"/>
              </a:rPr>
              <a:t>Copy</a:t>
            </a:r>
            <a:r>
              <a:rPr lang="nb-NO" sz="1400" kern="0" dirty="0">
                <a:solidFill>
                  <a:srgbClr val="000000"/>
                </a:solidFill>
                <a:latin typeface="Calibri" panose="020F0502020204030204" pitchFamily="34" charset="0"/>
                <a:cs typeface="Arial"/>
                <a:sym typeface="Arial"/>
              </a:rPr>
              <a:t> file (Demo )</a:t>
            </a:r>
            <a:endParaRPr lang="nb-NO" sz="1400" dirty="0"/>
          </a:p>
          <a:p>
            <a:pPr lvl="1"/>
            <a:r>
              <a:rPr lang="en-US" altLang="en-US" sz="1400" b="1" dirty="0" err="1">
                <a:solidFill>
                  <a:srgbClr val="FF0000"/>
                </a:solidFill>
              </a:rPr>
              <a:t>Nytt</a:t>
            </a:r>
            <a:r>
              <a:rPr lang="en-US" altLang="en-US" sz="1400" b="1" dirty="0">
                <a:solidFill>
                  <a:srgbClr val="FF0000"/>
                </a:solidFill>
              </a:rPr>
              <a:t> keyword :try</a:t>
            </a:r>
            <a:r>
              <a:rPr lang="en-US" altLang="en-US" sz="1400" dirty="0">
                <a:solidFill>
                  <a:srgbClr val="FF0000"/>
                </a:solidFill>
              </a:rPr>
              <a:t>(</a:t>
            </a:r>
            <a:r>
              <a:rPr lang="en-US" altLang="en-US" sz="1400" dirty="0" err="1">
                <a:solidFill>
                  <a:srgbClr val="FF0000"/>
                </a:solidFill>
              </a:rPr>
              <a:t>with-resources</a:t>
            </a:r>
            <a:r>
              <a:rPr lang="en-US" altLang="en-US" sz="1400" dirty="0">
                <a:solidFill>
                  <a:srgbClr val="FF0000"/>
                </a:solidFill>
              </a:rPr>
              <a:t>) </a:t>
            </a:r>
          </a:p>
          <a:p>
            <a:pPr marL="244469" lvl="1" indent="0">
              <a:buNone/>
            </a:pPr>
            <a:r>
              <a:rPr lang="en-US" altLang="en-US" sz="1400" b="1" dirty="0">
                <a:solidFill>
                  <a:srgbClr val="FF0000"/>
                </a:solidFill>
              </a:rPr>
              <a:t>NB</a:t>
            </a:r>
            <a:r>
              <a:rPr lang="en-US" altLang="en-US" sz="1400" dirty="0">
                <a:solidFill>
                  <a:srgbClr val="FF0000"/>
                </a:solidFill>
              </a:rPr>
              <a:t>. try != </a:t>
            </a:r>
            <a:r>
              <a:rPr lang="en-US" altLang="en-US" sz="1400" dirty="0" err="1">
                <a:solidFill>
                  <a:srgbClr val="FF0000"/>
                </a:solidFill>
              </a:rPr>
              <a:t>try-catch</a:t>
            </a:r>
            <a:r>
              <a:rPr lang="en-US" altLang="en-US" sz="1400" dirty="0">
                <a:solidFill>
                  <a:srgbClr val="FF0000"/>
                </a:solidFill>
              </a:rPr>
              <a:t> </a:t>
            </a:r>
            <a:r>
              <a:rPr lang="en-US" altLang="en-US" sz="1400" dirty="0" err="1">
                <a:solidFill>
                  <a:srgbClr val="FF0000"/>
                </a:solidFill>
              </a:rPr>
              <a:t>blokk</a:t>
            </a:r>
            <a:r>
              <a:rPr lang="en-US" altLang="en-US" sz="1400" dirty="0">
                <a:solidFill>
                  <a:srgbClr val="FF0000"/>
                </a:solidFill>
              </a:rPr>
              <a:t> </a:t>
            </a:r>
          </a:p>
          <a:p>
            <a:endParaRPr lang="nb-NO" sz="1400" b="1" i="1" dirty="0"/>
          </a:p>
          <a:p>
            <a:pPr marL="0" indent="0">
              <a:buNone/>
            </a:pPr>
            <a:r>
              <a:rPr lang="nb-NO" sz="1400" dirty="0">
                <a:hlinkClick r:id="rId2"/>
              </a:rPr>
              <a:t>https://docs.oracle.com/javase/tutorial/java/nutsandbolts/_keywords.html</a:t>
            </a:r>
            <a:endParaRPr lang="nb-NO" sz="1400" dirty="0"/>
          </a:p>
          <a:p>
            <a:pPr marL="0" indent="0">
              <a:buNone/>
            </a:pPr>
            <a:r>
              <a:rPr lang="nb-NO" sz="1400" b="1" dirty="0"/>
              <a:t>Vanlig tekstfiler:</a:t>
            </a:r>
          </a:p>
          <a:p>
            <a:pPr marL="0" indent="0">
              <a:buNone/>
            </a:pPr>
            <a:r>
              <a:rPr lang="nb-NO" sz="1400" dirty="0">
                <a:hlinkClick r:id="rId3"/>
              </a:rPr>
              <a:t>https://en.wikipedia.org/wiki/List_of_file_formats#Text_files</a:t>
            </a:r>
            <a:endParaRPr lang="nb-NO" sz="1400" dirty="0"/>
          </a:p>
          <a:p>
            <a:pPr marL="0" indent="0">
              <a:buNone/>
            </a:pPr>
            <a:r>
              <a:rPr lang="nb-NO" sz="1400" b="1" dirty="0"/>
              <a:t>Noen binære filer:</a:t>
            </a:r>
          </a:p>
          <a:p>
            <a:pPr marL="0" indent="0">
              <a:buNone/>
            </a:pPr>
            <a:r>
              <a:rPr lang="nb-NO" sz="1400" dirty="0">
                <a:hlinkClick r:id="rId4"/>
              </a:rPr>
              <a:t>https://en.wikipedia.org/wiki/List_of_file_formats#Binary_files</a:t>
            </a:r>
            <a:endParaRPr lang="nb-NO" sz="1400" dirty="0"/>
          </a:p>
          <a:p>
            <a:pPr marL="0" indent="0">
              <a:buNone/>
            </a:pPr>
            <a:endParaRPr lang="nb-NO" sz="1400" dirty="0"/>
          </a:p>
          <a:p>
            <a:pPr marL="0" indent="0">
              <a:buNone/>
            </a:pPr>
            <a:endParaRPr lang="nb-NO" sz="1400" dirty="0"/>
          </a:p>
          <a:p>
            <a:pPr marL="0" indent="0">
              <a:buNone/>
            </a:pPr>
            <a:endParaRPr lang="nb-NO" sz="1400" dirty="0"/>
          </a:p>
          <a:p>
            <a:pPr marL="0" indent="0">
              <a:buNone/>
            </a:pPr>
            <a:endParaRPr lang="nb-NO" sz="1400" dirty="0"/>
          </a:p>
          <a:p>
            <a:pPr marL="0" indent="0">
              <a:buNone/>
            </a:pPr>
            <a:endParaRPr lang="nb-NO" sz="1400" dirty="0"/>
          </a:p>
          <a:p>
            <a:pPr marL="0" indent="0">
              <a:buNone/>
            </a:pPr>
            <a:endParaRPr lang="nb-NO" sz="1400" dirty="0"/>
          </a:p>
          <a:p>
            <a:endParaRPr lang="nb-NO" sz="1400" dirty="0"/>
          </a:p>
          <a:p>
            <a:pPr marL="0" indent="0">
              <a:buNone/>
            </a:pPr>
            <a:endParaRPr lang="nb-NO" sz="1400" dirty="0"/>
          </a:p>
          <a:p>
            <a:pPr lvl="1"/>
            <a:endParaRPr lang="nb-NO" sz="1400" dirty="0"/>
          </a:p>
          <a:p>
            <a:pPr marL="0" indent="0">
              <a:buNone/>
            </a:pPr>
            <a:endParaRPr lang="nb-NO" sz="1400" dirty="0"/>
          </a:p>
        </p:txBody>
      </p:sp>
      <p:sp>
        <p:nvSpPr>
          <p:cNvPr id="2" name="Date Placeholder 1"/>
          <p:cNvSpPr>
            <a:spLocks noGrp="1"/>
          </p:cNvSpPr>
          <p:nvPr>
            <p:ph type="dt" sz="half" idx="10"/>
          </p:nvPr>
        </p:nvSpPr>
        <p:spPr/>
        <p:txBody>
          <a:bodyPr/>
          <a:lstStyle/>
          <a:p>
            <a:pPr marL="0" marR="0" lvl="0" indent="0" algn="l" defTabSz="457189" rtl="0" eaLnBrk="1" fontAlgn="auto" latinLnBrk="0" hangingPunct="1">
              <a:lnSpc>
                <a:spcPct val="100000"/>
              </a:lnSpc>
              <a:spcBef>
                <a:spcPts val="0"/>
              </a:spcBef>
              <a:spcAft>
                <a:spcPts val="0"/>
              </a:spcAft>
              <a:buClrTx/>
              <a:buSzTx/>
              <a:buFontTx/>
              <a:buNone/>
              <a:tabLst/>
              <a:defRPr/>
            </a:pPr>
            <a:fld id="{40D98D8E-40F9-904F-B7FF-444E090C7BC4}" type="datetime1">
              <a:rPr kumimoji="0" lang="nb-NO" sz="800" b="0" i="0" u="none" strike="noStrike" kern="1200" cap="none" spc="0" normalizeH="0" baseline="0" noProof="0">
                <a:ln>
                  <a:noFill/>
                </a:ln>
                <a:solidFill>
                  <a:srgbClr val="252525"/>
                </a:solidFill>
                <a:effectLst/>
                <a:uLnTx/>
                <a:uFillTx/>
                <a:latin typeface="Calibri"/>
                <a:ea typeface="+mn-ea"/>
                <a:cs typeface="Arial"/>
                <a:sym typeface="Arial"/>
              </a:rPr>
              <a:pPr marL="0" marR="0" lvl="0" indent="0" algn="l" defTabSz="457189" rtl="0" eaLnBrk="1" fontAlgn="auto" latinLnBrk="0" hangingPunct="1">
                <a:lnSpc>
                  <a:spcPct val="100000"/>
                </a:lnSpc>
                <a:spcBef>
                  <a:spcPts val="0"/>
                </a:spcBef>
                <a:spcAft>
                  <a:spcPts val="0"/>
                </a:spcAft>
                <a:buClrTx/>
                <a:buSzTx/>
                <a:buFontTx/>
                <a:buNone/>
                <a:tabLst/>
                <a:defRPr/>
              </a:pPr>
              <a:t>12.03.2026</a:t>
            </a:fld>
            <a:endParaRPr kumimoji="0" lang="nb-NO" sz="800" b="0" i="0" u="none" strike="noStrike" kern="1200" cap="none" spc="0" normalizeH="0" baseline="0" noProof="0" dirty="0">
              <a:ln>
                <a:noFill/>
              </a:ln>
              <a:solidFill>
                <a:srgbClr val="252525"/>
              </a:solidFill>
              <a:effectLst/>
              <a:uLnTx/>
              <a:uFillTx/>
              <a:latin typeface="Calibri"/>
              <a:ea typeface="+mn-ea"/>
              <a:cs typeface="Arial"/>
              <a:sym typeface="Arial"/>
            </a:endParaRPr>
          </a:p>
        </p:txBody>
      </p:sp>
      <p:sp>
        <p:nvSpPr>
          <p:cNvPr id="4" name="Slide Number Placeholder 3"/>
          <p:cNvSpPr>
            <a:spLocks noGrp="1"/>
          </p:cNvSpPr>
          <p:nvPr>
            <p:ph type="sldNum" sz="quarter" idx="12"/>
          </p:nvPr>
        </p:nvSpPr>
        <p:spPr/>
        <p:txBody>
          <a:bodyPr/>
          <a:lstStyle/>
          <a:p>
            <a:pPr marL="0" marR="0" lvl="0" indent="0" algn="r" defTabSz="457189" rtl="0" eaLnBrk="1" fontAlgn="auto" latinLnBrk="0" hangingPunct="1">
              <a:lnSpc>
                <a:spcPct val="100000"/>
              </a:lnSpc>
              <a:spcBef>
                <a:spcPts val="0"/>
              </a:spcBef>
              <a:spcAft>
                <a:spcPts val="0"/>
              </a:spcAft>
              <a:buClrTx/>
              <a:buSzTx/>
              <a:buFontTx/>
              <a:buNone/>
              <a:tabLst/>
              <a:defRPr/>
            </a:pPr>
            <a:fld id="{28385D78-4187-AD4C-B928-A8579EE9A756}" type="slidenum">
              <a:rPr kumimoji="0" lang="nb-NO" sz="800" b="0" i="0" u="none" strike="noStrike" kern="1200" cap="none" spc="0" normalizeH="0" baseline="0" noProof="0">
                <a:ln>
                  <a:noFill/>
                </a:ln>
                <a:solidFill>
                  <a:srgbClr val="252525"/>
                </a:solidFill>
                <a:effectLst/>
                <a:uLnTx/>
                <a:uFillTx/>
                <a:latin typeface="Calibri"/>
                <a:ea typeface="+mn-ea"/>
                <a:cs typeface="Arial"/>
                <a:sym typeface="Arial"/>
              </a:rPr>
              <a:pPr marL="0" marR="0" lvl="0" indent="0" algn="r" defTabSz="457189" rtl="0" eaLnBrk="1" fontAlgn="auto" latinLnBrk="0" hangingPunct="1">
                <a:lnSpc>
                  <a:spcPct val="100000"/>
                </a:lnSpc>
                <a:spcBef>
                  <a:spcPts val="0"/>
                </a:spcBef>
                <a:spcAft>
                  <a:spcPts val="0"/>
                </a:spcAft>
                <a:buClrTx/>
                <a:buSzTx/>
                <a:buFontTx/>
                <a:buNone/>
                <a:tabLst/>
                <a:defRPr/>
              </a:pPr>
              <a:t>3</a:t>
            </a:fld>
            <a:endParaRPr kumimoji="0" lang="nb-NO" sz="800" b="0" i="0" u="none" strike="noStrike" kern="1200" cap="none" spc="0" normalizeH="0" baseline="0" noProof="0">
              <a:ln>
                <a:noFill/>
              </a:ln>
              <a:solidFill>
                <a:srgbClr val="252525"/>
              </a:solidFill>
              <a:effectLst/>
              <a:uLnTx/>
              <a:uFillTx/>
              <a:latin typeface="Calibri"/>
              <a:ea typeface="+mn-ea"/>
              <a:cs typeface="Arial"/>
              <a:sym typeface="Arial"/>
            </a:endParaRPr>
          </a:p>
        </p:txBody>
      </p:sp>
    </p:spTree>
    <p:extLst>
      <p:ext uri="{BB962C8B-B14F-4D97-AF65-F5344CB8AC3E}">
        <p14:creationId xmlns:p14="http://schemas.microsoft.com/office/powerpoint/2010/main" val="416467031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E98728-A241-43F4-95FF-6C49FEEA0911}"/>
              </a:ext>
            </a:extLst>
          </p:cNvPr>
          <p:cNvSpPr>
            <a:spLocks noGrp="1"/>
          </p:cNvSpPr>
          <p:nvPr>
            <p:ph type="title"/>
          </p:nvPr>
        </p:nvSpPr>
        <p:spPr>
          <a:xfrm>
            <a:off x="457199" y="143692"/>
            <a:ext cx="8229601" cy="987333"/>
          </a:xfrm>
        </p:spPr>
        <p:txBody>
          <a:bodyPr anchor="ctr"/>
          <a:lstStyle/>
          <a:p>
            <a:r>
              <a:rPr lang="en-US" sz="3000" dirty="0"/>
              <a:t>Introduction to Java Programming and Data Structures</a:t>
            </a:r>
          </a:p>
        </p:txBody>
      </p:sp>
      <p:sp>
        <p:nvSpPr>
          <p:cNvPr id="3" name="Content Placeholder 2">
            <a:extLst>
              <a:ext uri="{FF2B5EF4-FFF2-40B4-BE49-F238E27FC236}">
                <a16:creationId xmlns:a16="http://schemas.microsoft.com/office/drawing/2014/main" id="{ABE18F80-D4FC-4D8F-B2BD-E7BEE7E012B5}"/>
              </a:ext>
            </a:extLst>
          </p:cNvPr>
          <p:cNvSpPr>
            <a:spLocks noGrp="1"/>
          </p:cNvSpPr>
          <p:nvPr>
            <p:ph type="body" idx="1"/>
          </p:nvPr>
        </p:nvSpPr>
        <p:spPr>
          <a:xfrm>
            <a:off x="457200" y="1212419"/>
            <a:ext cx="8229600" cy="413524"/>
          </a:xfrm>
        </p:spPr>
        <p:txBody>
          <a:bodyPr anchor="ctr"/>
          <a:lstStyle/>
          <a:p>
            <a:r>
              <a:rPr lang="en-US" dirty="0">
                <a:solidFill>
                  <a:schemeClr val="tx2"/>
                </a:solidFill>
              </a:rPr>
              <a:t>Twelfth Edition</a:t>
            </a:r>
          </a:p>
        </p:txBody>
      </p:sp>
      <p:sp>
        <p:nvSpPr>
          <p:cNvPr id="5" name="Content Placeholder 4">
            <a:extLst>
              <a:ext uri="{FF2B5EF4-FFF2-40B4-BE49-F238E27FC236}">
                <a16:creationId xmlns:a16="http://schemas.microsoft.com/office/drawing/2014/main" id="{2D222376-7AD7-4443-B67A-120BE12F4DDB}"/>
              </a:ext>
            </a:extLst>
          </p:cNvPr>
          <p:cNvSpPr>
            <a:spLocks noGrp="1"/>
          </p:cNvSpPr>
          <p:nvPr>
            <p:ph sz="quarter" idx="14"/>
          </p:nvPr>
        </p:nvSpPr>
        <p:spPr>
          <a:xfrm>
            <a:off x="5029200" y="1906104"/>
            <a:ext cx="3657600" cy="1186345"/>
          </a:xfrm>
        </p:spPr>
        <p:txBody>
          <a:bodyPr/>
          <a:lstStyle/>
          <a:p>
            <a:pPr marL="0" algn="ctr"/>
            <a:r>
              <a:rPr lang="en-US" b="1" dirty="0">
                <a:latin typeface="+mn-lt"/>
              </a:rPr>
              <a:t>Chapter 17</a:t>
            </a:r>
          </a:p>
        </p:txBody>
      </p:sp>
      <p:sp>
        <p:nvSpPr>
          <p:cNvPr id="6" name="Content Placeholder 5">
            <a:extLst>
              <a:ext uri="{FF2B5EF4-FFF2-40B4-BE49-F238E27FC236}">
                <a16:creationId xmlns:a16="http://schemas.microsoft.com/office/drawing/2014/main" id="{82FD4EC9-4778-4E2F-B136-2A176CA2BA69}"/>
              </a:ext>
            </a:extLst>
          </p:cNvPr>
          <p:cNvSpPr>
            <a:spLocks noGrp="1"/>
          </p:cNvSpPr>
          <p:nvPr>
            <p:ph sz="quarter" idx="15"/>
          </p:nvPr>
        </p:nvSpPr>
        <p:spPr>
          <a:xfrm>
            <a:off x="5029200" y="3252789"/>
            <a:ext cx="3657600" cy="1589177"/>
          </a:xfrm>
        </p:spPr>
        <p:txBody>
          <a:bodyPr/>
          <a:lstStyle/>
          <a:p>
            <a:r>
              <a:rPr lang="en-US" dirty="0"/>
              <a:t>Binary I/O</a:t>
            </a:r>
          </a:p>
        </p:txBody>
      </p:sp>
      <p:sp>
        <p:nvSpPr>
          <p:cNvPr id="8" name="Content Placeholder 7">
            <a:extLst>
              <a:ext uri="{FF2B5EF4-FFF2-40B4-BE49-F238E27FC236}">
                <a16:creationId xmlns:a16="http://schemas.microsoft.com/office/drawing/2014/main" id="{C8E88D28-1A9F-4FC4-946F-10B4629D1438}"/>
              </a:ext>
            </a:extLst>
          </p:cNvPr>
          <p:cNvSpPr>
            <a:spLocks noGrp="1"/>
          </p:cNvSpPr>
          <p:nvPr>
            <p:ph sz="quarter" idx="17"/>
          </p:nvPr>
        </p:nvSpPr>
        <p:spPr>
          <a:xfrm>
            <a:off x="2173000" y="6415232"/>
            <a:ext cx="6589712" cy="228600"/>
          </a:xfrm>
        </p:spPr>
        <p:txBody>
          <a:bodyPr/>
          <a:lstStyle/>
          <a:p>
            <a:pPr marL="0" indent="0"/>
            <a:r>
              <a:rPr lang="en-US" altLang="en-US" sz="1200" b="0" dirty="0">
                <a:latin typeface="Verdana"/>
                <a:ea typeface="Verdana" panose="020B0604030504040204" pitchFamily="34" charset="0"/>
                <a:cs typeface="Verdana" panose="020B0604030504040204" pitchFamily="34" charset="0"/>
              </a:rPr>
              <a:t>Copyright © </a:t>
            </a:r>
            <a:r>
              <a:rPr lang="en-IN" dirty="0"/>
              <a:t>2020 </a:t>
            </a:r>
            <a:r>
              <a:rPr lang="en-US" altLang="en-US" sz="1200" b="0" dirty="0">
                <a:latin typeface="Verdana"/>
                <a:ea typeface="Verdana" panose="020B0604030504040204" pitchFamily="34" charset="0"/>
                <a:cs typeface="Verdana" panose="020B0604030504040204" pitchFamily="34" charset="0"/>
              </a:rPr>
              <a:t>Pearson Education, Inc. All Rights Reserved</a:t>
            </a:r>
          </a:p>
        </p:txBody>
      </p:sp>
      <p:pic>
        <p:nvPicPr>
          <p:cNvPr id="22" name="Picture Placeholder 21" descr="Pearson Logo">
            <a:extLst>
              <a:ext uri="{FF2B5EF4-FFF2-40B4-BE49-F238E27FC236}">
                <a16:creationId xmlns:a16="http://schemas.microsoft.com/office/drawing/2014/main" id="{463657D3-0029-4FB6-A24C-CAB832988B4E}"/>
              </a:ext>
            </a:extLst>
          </p:cNvPr>
          <p:cNvPicPr>
            <a:picLocks noGrp="1" noChangeAspect="1"/>
          </p:cNvPicPr>
          <p:nvPr>
            <p:ph type="pic" sz="quarter" idx="16"/>
          </p:nvPr>
        </p:nvPicPr>
        <p:blipFill>
          <a:blip r:embed="rId3"/>
          <a:srcRect t="22152" b="22152"/>
          <a:stretch>
            <a:fillRect/>
          </a:stretch>
        </p:blipFill>
        <p:spPr>
          <a:xfrm>
            <a:off x="315677" y="6420639"/>
            <a:ext cx="1176574" cy="296443"/>
          </a:xfrm>
        </p:spPr>
      </p:pic>
      <p:pic>
        <p:nvPicPr>
          <p:cNvPr id="4" name="Picture 5">
            <a:extLst>
              <a:ext uri="{FF2B5EF4-FFF2-40B4-BE49-F238E27FC236}">
                <a16:creationId xmlns:a16="http://schemas.microsoft.com/office/drawing/2014/main" id="{6F0B6630-2C86-687B-8A79-0E85B4A878E0}"/>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56591" y="1828859"/>
            <a:ext cx="3455987" cy="4321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80133595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Motivations</a:t>
            </a:r>
          </a:p>
        </p:txBody>
      </p:sp>
      <p:sp>
        <p:nvSpPr>
          <p:cNvPr id="3" name="Content Placeholder 2"/>
          <p:cNvSpPr>
            <a:spLocks noGrp="1"/>
          </p:cNvSpPr>
          <p:nvPr>
            <p:ph sz="quarter" idx="13"/>
          </p:nvPr>
        </p:nvSpPr>
        <p:spPr>
          <a:xfrm>
            <a:off x="457200" y="1200959"/>
            <a:ext cx="7993117" cy="4663335"/>
          </a:xfrm>
        </p:spPr>
        <p:txBody>
          <a:bodyPr/>
          <a:lstStyle/>
          <a:p>
            <a:pPr marL="432" indent="0">
              <a:buNone/>
            </a:pPr>
            <a:r>
              <a:rPr lang="en-IN" dirty="0"/>
              <a:t>You cannot read binary files. They are designed to be read by programs. </a:t>
            </a:r>
          </a:p>
          <a:p>
            <a:pPr marL="432" indent="0">
              <a:buNone/>
            </a:pPr>
            <a:r>
              <a:rPr lang="en-IN" dirty="0"/>
              <a:t>For example, Java source programs are stored in </a:t>
            </a:r>
            <a:r>
              <a:rPr lang="en-IN" dirty="0">
                <a:solidFill>
                  <a:srgbClr val="FF0000"/>
                </a:solidFill>
              </a:rPr>
              <a:t>text files </a:t>
            </a:r>
            <a:r>
              <a:rPr lang="en-IN" dirty="0"/>
              <a:t>and can be read by a </a:t>
            </a:r>
            <a:r>
              <a:rPr lang="en-IN" b="1" dirty="0"/>
              <a:t>text editor</a:t>
            </a:r>
            <a:r>
              <a:rPr lang="en-IN" dirty="0"/>
              <a:t>, but Java classes are stored in </a:t>
            </a:r>
            <a:r>
              <a:rPr lang="en-IN" b="1" dirty="0"/>
              <a:t>binary</a:t>
            </a:r>
            <a:r>
              <a:rPr lang="en-IN" dirty="0"/>
              <a:t> </a:t>
            </a:r>
            <a:r>
              <a:rPr lang="en-IN" b="1" dirty="0"/>
              <a:t>files</a:t>
            </a:r>
            <a:r>
              <a:rPr lang="en-IN" dirty="0"/>
              <a:t> and are read by the J</a:t>
            </a:r>
            <a:r>
              <a:rPr lang="en-IN" sz="100" dirty="0"/>
              <a:t> </a:t>
            </a:r>
            <a:r>
              <a:rPr lang="en-IN" dirty="0"/>
              <a:t>V</a:t>
            </a:r>
            <a:r>
              <a:rPr lang="en-IN" sz="100" dirty="0"/>
              <a:t> </a:t>
            </a:r>
            <a:r>
              <a:rPr lang="en-IN" dirty="0"/>
              <a:t>M.</a:t>
            </a:r>
          </a:p>
          <a:p>
            <a:pPr marL="432" indent="0">
              <a:buNone/>
            </a:pPr>
            <a:r>
              <a:rPr lang="en-IN" dirty="0"/>
              <a:t> </a:t>
            </a:r>
            <a:r>
              <a:rPr lang="en-IN" dirty="0">
                <a:solidFill>
                  <a:srgbClr val="FF0000"/>
                </a:solidFill>
              </a:rPr>
              <a:t>The advantage of binary files is that they are more efficient to process than text files.</a:t>
            </a:r>
          </a:p>
        </p:txBody>
      </p:sp>
      <p:pic>
        <p:nvPicPr>
          <p:cNvPr id="4" name="Content Placeholder 4" descr="An object shows the Binary I or O. For long description in Notes pane, press F6.">
            <a:extLst>
              <a:ext uri="{FF2B5EF4-FFF2-40B4-BE49-F238E27FC236}">
                <a16:creationId xmlns:a16="http://schemas.microsoft.com/office/drawing/2014/main" id="{1F114279-3F1C-8D65-8BBF-3F0A1BA55EB8}"/>
              </a:ext>
            </a:extLst>
          </p:cNvPr>
          <p:cNvPicPr>
            <a:picLocks noChangeAspect="1"/>
          </p:cNvPicPr>
          <p:nvPr/>
        </p:nvPicPr>
        <p:blipFill>
          <a:blip r:embed="rId2"/>
          <a:stretch>
            <a:fillRect/>
          </a:stretch>
        </p:blipFill>
        <p:spPr>
          <a:xfrm>
            <a:off x="5107264" y="4080388"/>
            <a:ext cx="3916253" cy="2271252"/>
          </a:xfrm>
          <a:prstGeom prst="rect">
            <a:avLst/>
          </a:prstGeom>
        </p:spPr>
      </p:pic>
      <p:sp>
        <p:nvSpPr>
          <p:cNvPr id="6" name="TekstSylinder 5">
            <a:extLst>
              <a:ext uri="{FF2B5EF4-FFF2-40B4-BE49-F238E27FC236}">
                <a16:creationId xmlns:a16="http://schemas.microsoft.com/office/drawing/2014/main" id="{485CBB57-92E6-EDAE-2D71-6098FE0D7F47}"/>
              </a:ext>
            </a:extLst>
          </p:cNvPr>
          <p:cNvSpPr txBox="1"/>
          <p:nvPr/>
        </p:nvSpPr>
        <p:spPr>
          <a:xfrm>
            <a:off x="535264" y="5119861"/>
            <a:ext cx="4572000" cy="523220"/>
          </a:xfrm>
          <a:prstGeom prst="rect">
            <a:avLst/>
          </a:prstGeom>
          <a:noFill/>
        </p:spPr>
        <p:txBody>
          <a:bodyPr wrap="square">
            <a:spAutoFit/>
          </a:bodyPr>
          <a:lstStyle/>
          <a:p>
            <a:r>
              <a:rPr lang="en-US" dirty="0">
                <a:hlinkClick r:id="rId3"/>
              </a:rPr>
              <a:t>Unicode Character Table - Full List of Unicode Symbols (◕‿◕) SYMBL</a:t>
            </a:r>
            <a:endParaRPr lang="en-GB" dirty="0"/>
          </a:p>
        </p:txBody>
      </p:sp>
    </p:spTree>
    <p:extLst>
      <p:ext uri="{BB962C8B-B14F-4D97-AF65-F5344CB8AC3E}">
        <p14:creationId xmlns:p14="http://schemas.microsoft.com/office/powerpoint/2010/main" val="34520983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05F8F9-4140-4AFF-A6C2-BF07BC3ABB26}"/>
              </a:ext>
            </a:extLst>
          </p:cNvPr>
          <p:cNvSpPr>
            <a:spLocks noGrp="1"/>
          </p:cNvSpPr>
          <p:nvPr>
            <p:ph type="title"/>
          </p:nvPr>
        </p:nvSpPr>
        <p:spPr/>
        <p:txBody>
          <a:bodyPr/>
          <a:lstStyle/>
          <a:p>
            <a:r>
              <a:rPr lang="en-IN" dirty="0"/>
              <a:t>Objectives</a:t>
            </a:r>
          </a:p>
        </p:txBody>
      </p:sp>
      <p:sp>
        <p:nvSpPr>
          <p:cNvPr id="3" name="Content Placeholder 2">
            <a:extLst>
              <a:ext uri="{FF2B5EF4-FFF2-40B4-BE49-F238E27FC236}">
                <a16:creationId xmlns:a16="http://schemas.microsoft.com/office/drawing/2014/main" id="{6F20D190-1CE8-4ED7-B862-48A957045FC3}"/>
              </a:ext>
            </a:extLst>
          </p:cNvPr>
          <p:cNvSpPr>
            <a:spLocks noGrp="1"/>
          </p:cNvSpPr>
          <p:nvPr>
            <p:ph sz="quarter" idx="13"/>
          </p:nvPr>
        </p:nvSpPr>
        <p:spPr>
          <a:xfrm>
            <a:off x="457200" y="1554919"/>
            <a:ext cx="8387256" cy="4579181"/>
          </a:xfrm>
        </p:spPr>
        <p:txBody>
          <a:bodyPr/>
          <a:lstStyle/>
          <a:p>
            <a:pPr marL="432" indent="0">
              <a:spcBef>
                <a:spcPts val="600"/>
              </a:spcBef>
              <a:buNone/>
            </a:pPr>
            <a:r>
              <a:rPr lang="en-IN" sz="1800" b="1" dirty="0">
                <a:solidFill>
                  <a:srgbClr val="FF0000"/>
                </a:solidFill>
              </a:rPr>
              <a:t>17.1</a:t>
            </a:r>
            <a:r>
              <a:rPr lang="en-IN" sz="1800" dirty="0">
                <a:solidFill>
                  <a:srgbClr val="FF0000"/>
                </a:solidFill>
              </a:rPr>
              <a:t> To discover how I/O is processed in Java (§17.2).</a:t>
            </a:r>
          </a:p>
          <a:p>
            <a:pPr marL="432" indent="0">
              <a:spcBef>
                <a:spcPts val="600"/>
              </a:spcBef>
              <a:buNone/>
            </a:pPr>
            <a:endParaRPr lang="en-IN" sz="1800" b="1" dirty="0">
              <a:solidFill>
                <a:srgbClr val="FF0000"/>
              </a:solidFill>
            </a:endParaRPr>
          </a:p>
          <a:p>
            <a:pPr marL="432" indent="0">
              <a:spcBef>
                <a:spcPts val="600"/>
              </a:spcBef>
              <a:buNone/>
            </a:pPr>
            <a:r>
              <a:rPr lang="en-IN" sz="1800" b="1" dirty="0">
                <a:solidFill>
                  <a:srgbClr val="FF0000"/>
                </a:solidFill>
              </a:rPr>
              <a:t>17.2</a:t>
            </a:r>
            <a:r>
              <a:rPr lang="en-IN" sz="1800" dirty="0">
                <a:solidFill>
                  <a:srgbClr val="FF0000"/>
                </a:solidFill>
              </a:rPr>
              <a:t> To distinguish between text I/O and binary I/O (§17.3).</a:t>
            </a:r>
          </a:p>
          <a:p>
            <a:pPr marL="432" indent="0">
              <a:spcBef>
                <a:spcPts val="600"/>
              </a:spcBef>
              <a:buNone/>
            </a:pPr>
            <a:endParaRPr lang="en-IN" sz="1800" b="1" dirty="0">
              <a:solidFill>
                <a:srgbClr val="FF0000"/>
              </a:solidFill>
            </a:endParaRPr>
          </a:p>
          <a:p>
            <a:pPr marL="432" indent="0">
              <a:spcBef>
                <a:spcPts val="600"/>
              </a:spcBef>
              <a:buNone/>
            </a:pPr>
            <a:r>
              <a:rPr lang="en-IN" sz="1800" b="1" dirty="0">
                <a:solidFill>
                  <a:srgbClr val="FF0000"/>
                </a:solidFill>
              </a:rPr>
              <a:t>17.3</a:t>
            </a:r>
            <a:r>
              <a:rPr lang="en-IN" sz="1800" dirty="0">
                <a:solidFill>
                  <a:srgbClr val="FF0000"/>
                </a:solidFill>
              </a:rPr>
              <a:t> To read and write bytes using FileInputStream and FileOutputStream (§17.4.1).</a:t>
            </a:r>
          </a:p>
          <a:p>
            <a:pPr marL="432" indent="0">
              <a:spcBef>
                <a:spcPts val="600"/>
              </a:spcBef>
              <a:buNone/>
            </a:pPr>
            <a:endParaRPr lang="en-IN" sz="1800" dirty="0">
              <a:solidFill>
                <a:srgbClr val="FF0000"/>
              </a:solidFill>
            </a:endParaRPr>
          </a:p>
          <a:p>
            <a:pPr marL="432" indent="0">
              <a:spcBef>
                <a:spcPts val="600"/>
              </a:spcBef>
              <a:buNone/>
            </a:pPr>
            <a:endParaRPr lang="en-IN" sz="1800" dirty="0">
              <a:solidFill>
                <a:srgbClr val="FF0000"/>
              </a:solidFill>
            </a:endParaRPr>
          </a:p>
          <a:p>
            <a:pPr marL="432" indent="0">
              <a:spcBef>
                <a:spcPts val="600"/>
              </a:spcBef>
              <a:buNone/>
            </a:pPr>
            <a:r>
              <a:rPr lang="en-IN" sz="1800" b="1" dirty="0">
                <a:solidFill>
                  <a:srgbClr val="007FA3"/>
                </a:solidFill>
              </a:rPr>
              <a:t>17.7</a:t>
            </a:r>
            <a:r>
              <a:rPr lang="en-IN" sz="1800" dirty="0"/>
              <a:t> To serialize arrays (§17.6.2).</a:t>
            </a:r>
          </a:p>
        </p:txBody>
      </p:sp>
    </p:spTree>
    <p:extLst>
      <p:ext uri="{BB962C8B-B14F-4D97-AF65-F5344CB8AC3E}">
        <p14:creationId xmlns:p14="http://schemas.microsoft.com/office/powerpoint/2010/main" val="104824770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6C30A6-181F-4405-8616-0282BA4ACBCD}"/>
              </a:ext>
            </a:extLst>
          </p:cNvPr>
          <p:cNvSpPr>
            <a:spLocks noGrp="1"/>
          </p:cNvSpPr>
          <p:nvPr>
            <p:ph type="title"/>
          </p:nvPr>
        </p:nvSpPr>
        <p:spPr/>
        <p:txBody>
          <a:bodyPr/>
          <a:lstStyle/>
          <a:p>
            <a:r>
              <a:rPr lang="en-IN" dirty="0"/>
              <a:t>How is I/O Handled in Java?</a:t>
            </a:r>
          </a:p>
        </p:txBody>
      </p:sp>
      <p:sp>
        <p:nvSpPr>
          <p:cNvPr id="3" name="Content Placeholder 2">
            <a:extLst>
              <a:ext uri="{FF2B5EF4-FFF2-40B4-BE49-F238E27FC236}">
                <a16:creationId xmlns:a16="http://schemas.microsoft.com/office/drawing/2014/main" id="{746BDF2E-5A08-419C-A139-F5E6D2274450}"/>
              </a:ext>
            </a:extLst>
          </p:cNvPr>
          <p:cNvSpPr>
            <a:spLocks noGrp="1"/>
          </p:cNvSpPr>
          <p:nvPr>
            <p:ph sz="quarter" idx="13"/>
          </p:nvPr>
        </p:nvSpPr>
        <p:spPr>
          <a:xfrm>
            <a:off x="457200" y="1556327"/>
            <a:ext cx="8229600" cy="1644073"/>
          </a:xfrm>
        </p:spPr>
        <p:txBody>
          <a:bodyPr/>
          <a:lstStyle/>
          <a:p>
            <a:pPr marL="432" indent="0">
              <a:buNone/>
            </a:pPr>
            <a:r>
              <a:rPr lang="en-IN" dirty="0"/>
              <a:t>A </a:t>
            </a:r>
            <a:r>
              <a:rPr lang="en-IN" dirty="0">
                <a:solidFill>
                  <a:srgbClr val="FF0000"/>
                </a:solidFill>
              </a:rPr>
              <a:t>File</a:t>
            </a:r>
            <a:r>
              <a:rPr lang="en-IN" dirty="0"/>
              <a:t> object encapsulates the properties of a file or a path, but does </a:t>
            </a:r>
            <a:r>
              <a:rPr lang="en-IN" dirty="0">
                <a:solidFill>
                  <a:srgbClr val="FF0000"/>
                </a:solidFill>
              </a:rPr>
              <a:t>not</a:t>
            </a:r>
            <a:r>
              <a:rPr lang="en-IN" dirty="0"/>
              <a:t> contain the </a:t>
            </a:r>
            <a:r>
              <a:rPr lang="en-IN" dirty="0">
                <a:solidFill>
                  <a:srgbClr val="FF0000"/>
                </a:solidFill>
              </a:rPr>
              <a:t>methods</a:t>
            </a:r>
            <a:r>
              <a:rPr lang="en-IN" dirty="0"/>
              <a:t> for </a:t>
            </a:r>
            <a:r>
              <a:rPr lang="en-IN" b="1" dirty="0"/>
              <a:t>reading/writing</a:t>
            </a:r>
            <a:r>
              <a:rPr lang="en-IN" dirty="0"/>
              <a:t> data from/to a file</a:t>
            </a:r>
          </a:p>
        </p:txBody>
      </p:sp>
      <p:pic>
        <p:nvPicPr>
          <p:cNvPr id="5" name="Content Placeholder 4" descr="The computer code shows the Java I or O classes. For long description in Notes pane, press F6.">
            <a:extLst>
              <a:ext uri="{FF2B5EF4-FFF2-40B4-BE49-F238E27FC236}">
                <a16:creationId xmlns:a16="http://schemas.microsoft.com/office/drawing/2014/main" id="{14DCCC56-34E9-46B6-AF81-A8111A5CAB85}"/>
              </a:ext>
            </a:extLst>
          </p:cNvPr>
          <p:cNvPicPr>
            <a:picLocks noGrp="1" noChangeAspect="1"/>
          </p:cNvPicPr>
          <p:nvPr>
            <p:ph sz="quarter" idx="14"/>
          </p:nvPr>
        </p:nvPicPr>
        <p:blipFill>
          <a:blip r:embed="rId3"/>
          <a:stretch>
            <a:fillRect/>
          </a:stretch>
        </p:blipFill>
        <p:spPr>
          <a:xfrm>
            <a:off x="2159954" y="3282948"/>
            <a:ext cx="4855622" cy="3041866"/>
          </a:xfrm>
          <a:prstGeom prst="rect">
            <a:avLst/>
          </a:prstGeom>
        </p:spPr>
      </p:pic>
      <p:sp>
        <p:nvSpPr>
          <p:cNvPr id="4" name="TekstSylinder 3">
            <a:extLst>
              <a:ext uri="{FF2B5EF4-FFF2-40B4-BE49-F238E27FC236}">
                <a16:creationId xmlns:a16="http://schemas.microsoft.com/office/drawing/2014/main" id="{15BDF2C4-390F-FF63-8F60-8F99AB164127}"/>
              </a:ext>
            </a:extLst>
          </p:cNvPr>
          <p:cNvSpPr txBox="1"/>
          <p:nvPr/>
        </p:nvSpPr>
        <p:spPr>
          <a:xfrm>
            <a:off x="4587765" y="3890562"/>
            <a:ext cx="3239990" cy="307777"/>
          </a:xfrm>
          <a:prstGeom prst="rect">
            <a:avLst/>
          </a:prstGeom>
          <a:noFill/>
        </p:spPr>
        <p:txBody>
          <a:bodyPr wrap="none" rtlCol="0">
            <a:spAutoFit/>
          </a:bodyPr>
          <a:lstStyle/>
          <a:p>
            <a:r>
              <a:rPr lang="en-GB" dirty="0">
                <a:solidFill>
                  <a:srgbClr val="FF0000"/>
                </a:solidFill>
              </a:rPr>
              <a:t>Les </a:t>
            </a:r>
            <a:r>
              <a:rPr lang="en-GB" dirty="0" err="1">
                <a:solidFill>
                  <a:srgbClr val="FF0000"/>
                </a:solidFill>
              </a:rPr>
              <a:t>fil</a:t>
            </a:r>
            <a:r>
              <a:rPr lang="en-GB" dirty="0">
                <a:solidFill>
                  <a:srgbClr val="FF0000"/>
                </a:solidFill>
              </a:rPr>
              <a:t> </a:t>
            </a:r>
            <a:r>
              <a:rPr lang="en-GB" dirty="0" err="1">
                <a:solidFill>
                  <a:srgbClr val="FF0000"/>
                </a:solidFill>
              </a:rPr>
              <a:t>fra</a:t>
            </a:r>
            <a:r>
              <a:rPr lang="en-GB" dirty="0">
                <a:solidFill>
                  <a:srgbClr val="FF0000"/>
                </a:solidFill>
              </a:rPr>
              <a:t> disk (HD), inn </a:t>
            </a:r>
            <a:r>
              <a:rPr lang="en-GB" dirty="0" err="1">
                <a:solidFill>
                  <a:srgbClr val="FF0000"/>
                </a:solidFill>
              </a:rPr>
              <a:t>i</a:t>
            </a:r>
            <a:r>
              <a:rPr lang="en-GB" dirty="0">
                <a:solidFill>
                  <a:srgbClr val="FF0000"/>
                </a:solidFill>
              </a:rPr>
              <a:t> </a:t>
            </a:r>
            <a:r>
              <a:rPr lang="en-GB" dirty="0" err="1">
                <a:solidFill>
                  <a:srgbClr val="FF0000"/>
                </a:solidFill>
              </a:rPr>
              <a:t>minne</a:t>
            </a:r>
            <a:r>
              <a:rPr lang="en-GB" dirty="0">
                <a:solidFill>
                  <a:srgbClr val="FF0000"/>
                </a:solidFill>
              </a:rPr>
              <a:t> (RAM)</a:t>
            </a:r>
          </a:p>
        </p:txBody>
      </p:sp>
      <p:sp>
        <p:nvSpPr>
          <p:cNvPr id="7" name="TekstSylinder 6">
            <a:extLst>
              <a:ext uri="{FF2B5EF4-FFF2-40B4-BE49-F238E27FC236}">
                <a16:creationId xmlns:a16="http://schemas.microsoft.com/office/drawing/2014/main" id="{0297A9AC-DE13-B256-BCB3-555EFEDAB65B}"/>
              </a:ext>
            </a:extLst>
          </p:cNvPr>
          <p:cNvSpPr txBox="1"/>
          <p:nvPr/>
        </p:nvSpPr>
        <p:spPr>
          <a:xfrm>
            <a:off x="4275222" y="6017037"/>
            <a:ext cx="4572000" cy="307777"/>
          </a:xfrm>
          <a:prstGeom prst="rect">
            <a:avLst/>
          </a:prstGeom>
          <a:noFill/>
        </p:spPr>
        <p:txBody>
          <a:bodyPr wrap="square">
            <a:spAutoFit/>
          </a:bodyPr>
          <a:lstStyle/>
          <a:p>
            <a:r>
              <a:rPr lang="en-GB" dirty="0">
                <a:solidFill>
                  <a:srgbClr val="FF0000"/>
                </a:solidFill>
              </a:rPr>
              <a:t>Les </a:t>
            </a:r>
            <a:r>
              <a:rPr lang="en-GB" dirty="0" err="1">
                <a:solidFill>
                  <a:srgbClr val="FF0000"/>
                </a:solidFill>
              </a:rPr>
              <a:t>fra</a:t>
            </a:r>
            <a:r>
              <a:rPr lang="en-GB" dirty="0">
                <a:solidFill>
                  <a:srgbClr val="FF0000"/>
                </a:solidFill>
              </a:rPr>
              <a:t> </a:t>
            </a:r>
            <a:r>
              <a:rPr lang="en-GB" dirty="0" err="1">
                <a:solidFill>
                  <a:srgbClr val="FF0000"/>
                </a:solidFill>
              </a:rPr>
              <a:t>minne</a:t>
            </a:r>
            <a:r>
              <a:rPr lang="en-GB" dirty="0">
                <a:solidFill>
                  <a:srgbClr val="FF0000"/>
                </a:solidFill>
              </a:rPr>
              <a:t> (RAM) </a:t>
            </a:r>
            <a:r>
              <a:rPr lang="en-GB" dirty="0" err="1">
                <a:solidFill>
                  <a:srgbClr val="FF0000"/>
                </a:solidFill>
              </a:rPr>
              <a:t>og</a:t>
            </a:r>
            <a:r>
              <a:rPr lang="en-GB" dirty="0">
                <a:solidFill>
                  <a:srgbClr val="FF0000"/>
                </a:solidFill>
              </a:rPr>
              <a:t> </a:t>
            </a:r>
            <a:r>
              <a:rPr lang="en-GB" dirty="0" err="1">
                <a:solidFill>
                  <a:srgbClr val="FF0000"/>
                </a:solidFill>
              </a:rPr>
              <a:t>skriv</a:t>
            </a:r>
            <a:r>
              <a:rPr lang="en-GB" dirty="0">
                <a:solidFill>
                  <a:srgbClr val="FF0000"/>
                </a:solidFill>
              </a:rPr>
              <a:t> </a:t>
            </a:r>
            <a:r>
              <a:rPr lang="en-GB" dirty="0" err="1">
                <a:solidFill>
                  <a:srgbClr val="FF0000"/>
                </a:solidFill>
              </a:rPr>
              <a:t>til</a:t>
            </a:r>
            <a:r>
              <a:rPr lang="en-GB" dirty="0">
                <a:solidFill>
                  <a:srgbClr val="FF0000"/>
                </a:solidFill>
              </a:rPr>
              <a:t> disk (HD), </a:t>
            </a:r>
          </a:p>
        </p:txBody>
      </p:sp>
    </p:spTree>
    <p:extLst>
      <p:ext uri="{BB962C8B-B14F-4D97-AF65-F5344CB8AC3E}">
        <p14:creationId xmlns:p14="http://schemas.microsoft.com/office/powerpoint/2010/main" val="30279529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6C30A6-181F-4405-8616-0282BA4ACBCD}"/>
              </a:ext>
            </a:extLst>
          </p:cNvPr>
          <p:cNvSpPr>
            <a:spLocks noGrp="1"/>
          </p:cNvSpPr>
          <p:nvPr>
            <p:ph type="title"/>
          </p:nvPr>
        </p:nvSpPr>
        <p:spPr/>
        <p:txBody>
          <a:bodyPr/>
          <a:lstStyle/>
          <a:p>
            <a:r>
              <a:rPr lang="en-IN" dirty="0"/>
              <a:t>How is I/O Handled in Java?</a:t>
            </a:r>
          </a:p>
        </p:txBody>
      </p:sp>
      <p:sp>
        <p:nvSpPr>
          <p:cNvPr id="3" name="Content Placeholder 2">
            <a:extLst>
              <a:ext uri="{FF2B5EF4-FFF2-40B4-BE49-F238E27FC236}">
                <a16:creationId xmlns:a16="http://schemas.microsoft.com/office/drawing/2014/main" id="{746BDF2E-5A08-419C-A139-F5E6D2274450}"/>
              </a:ext>
            </a:extLst>
          </p:cNvPr>
          <p:cNvSpPr>
            <a:spLocks noGrp="1"/>
          </p:cNvSpPr>
          <p:nvPr>
            <p:ph sz="quarter" idx="13"/>
          </p:nvPr>
        </p:nvSpPr>
        <p:spPr>
          <a:xfrm>
            <a:off x="457200" y="1556327"/>
            <a:ext cx="8229600" cy="1644073"/>
          </a:xfrm>
        </p:spPr>
        <p:txBody>
          <a:bodyPr/>
          <a:lstStyle/>
          <a:p>
            <a:pPr marL="432" indent="0">
              <a:buNone/>
            </a:pPr>
            <a:r>
              <a:rPr lang="en-IN" dirty="0"/>
              <a:t>In order to perform I/O, you need to create objects using appropriate </a:t>
            </a:r>
            <a:r>
              <a:rPr lang="en-IN" dirty="0">
                <a:solidFill>
                  <a:srgbClr val="FF0000"/>
                </a:solidFill>
              </a:rPr>
              <a:t>Java I/O classes</a:t>
            </a:r>
            <a:r>
              <a:rPr lang="en-IN" dirty="0"/>
              <a:t>.</a:t>
            </a:r>
          </a:p>
        </p:txBody>
      </p:sp>
      <p:pic>
        <p:nvPicPr>
          <p:cNvPr id="5" name="Content Placeholder 4" descr="The computer code shows the Java I or O classes. For long description in Notes pane, press F6.">
            <a:extLst>
              <a:ext uri="{FF2B5EF4-FFF2-40B4-BE49-F238E27FC236}">
                <a16:creationId xmlns:a16="http://schemas.microsoft.com/office/drawing/2014/main" id="{14DCCC56-34E9-46B6-AF81-A8111A5CAB85}"/>
              </a:ext>
            </a:extLst>
          </p:cNvPr>
          <p:cNvPicPr>
            <a:picLocks noGrp="1" noChangeAspect="1"/>
          </p:cNvPicPr>
          <p:nvPr>
            <p:ph sz="quarter" idx="14"/>
          </p:nvPr>
        </p:nvPicPr>
        <p:blipFill>
          <a:blip r:embed="rId3"/>
          <a:stretch>
            <a:fillRect/>
          </a:stretch>
        </p:blipFill>
        <p:spPr>
          <a:xfrm>
            <a:off x="2159954" y="3282948"/>
            <a:ext cx="4855622" cy="3041866"/>
          </a:xfrm>
          <a:prstGeom prst="rect">
            <a:avLst/>
          </a:prstGeom>
        </p:spPr>
      </p:pic>
    </p:spTree>
    <p:extLst>
      <p:ext uri="{BB962C8B-B14F-4D97-AF65-F5344CB8AC3E}">
        <p14:creationId xmlns:p14="http://schemas.microsoft.com/office/powerpoint/2010/main" val="244999579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C77CAD-1B0D-4F61-BCB3-1D156F0B4F54}"/>
              </a:ext>
            </a:extLst>
          </p:cNvPr>
          <p:cNvSpPr>
            <a:spLocks noGrp="1"/>
          </p:cNvSpPr>
          <p:nvPr>
            <p:ph type="title"/>
          </p:nvPr>
        </p:nvSpPr>
        <p:spPr/>
        <p:txBody>
          <a:bodyPr/>
          <a:lstStyle/>
          <a:p>
            <a:r>
              <a:rPr lang="en-IN" dirty="0"/>
              <a:t>Text File v</a:t>
            </a:r>
            <a:r>
              <a:rPr lang="en-IN" sz="100" dirty="0"/>
              <a:t>ersu</a:t>
            </a:r>
            <a:r>
              <a:rPr lang="en-IN" dirty="0"/>
              <a:t>s Binary File</a:t>
            </a:r>
          </a:p>
        </p:txBody>
      </p:sp>
      <p:sp>
        <p:nvSpPr>
          <p:cNvPr id="3" name="Content Placeholder 2">
            <a:extLst>
              <a:ext uri="{FF2B5EF4-FFF2-40B4-BE49-F238E27FC236}">
                <a16:creationId xmlns:a16="http://schemas.microsoft.com/office/drawing/2014/main" id="{FF830E96-E633-4E67-A2CE-D31DBE6162D0}"/>
              </a:ext>
            </a:extLst>
          </p:cNvPr>
          <p:cNvSpPr>
            <a:spLocks noGrp="1"/>
          </p:cNvSpPr>
          <p:nvPr>
            <p:ph sz="quarter" idx="13"/>
          </p:nvPr>
        </p:nvSpPr>
        <p:spPr>
          <a:xfrm>
            <a:off x="457200" y="1312650"/>
            <a:ext cx="8232775" cy="4372914"/>
          </a:xfrm>
        </p:spPr>
        <p:txBody>
          <a:bodyPr/>
          <a:lstStyle/>
          <a:p>
            <a:r>
              <a:rPr lang="en-IN" sz="2000" dirty="0"/>
              <a:t>Data stored in a text file are represented in </a:t>
            </a:r>
            <a:r>
              <a:rPr lang="en-IN" sz="2000" b="1" dirty="0"/>
              <a:t>human-readable form.</a:t>
            </a:r>
            <a:r>
              <a:rPr lang="en-IN" sz="2000" dirty="0"/>
              <a:t> Data stored in a binary file are represented in </a:t>
            </a:r>
            <a:r>
              <a:rPr lang="en-IN" sz="2000" b="1" dirty="0"/>
              <a:t>binary form</a:t>
            </a:r>
            <a:r>
              <a:rPr lang="en-IN" sz="2000" dirty="0"/>
              <a:t>. </a:t>
            </a:r>
          </a:p>
          <a:p>
            <a:r>
              <a:rPr lang="en-IN" sz="2000" dirty="0"/>
              <a:t>The advantage of binary files is that they are more efficient to process than text files.</a:t>
            </a:r>
          </a:p>
          <a:p>
            <a:r>
              <a:rPr lang="en-IN" sz="2000" dirty="0"/>
              <a:t>The decimal integer 199 is stored as the sequence of three characters: '1', '9', '9' in a text file and the same integer is stored as a byte-type value C7 in a binary file, because decimal 199 equals to hex C7.</a:t>
            </a:r>
          </a:p>
          <a:p>
            <a:endParaRPr lang="en-IN" sz="2000" dirty="0"/>
          </a:p>
        </p:txBody>
      </p:sp>
      <p:sp>
        <p:nvSpPr>
          <p:cNvPr id="4" name="TekstSylinder 3">
            <a:extLst>
              <a:ext uri="{FF2B5EF4-FFF2-40B4-BE49-F238E27FC236}">
                <a16:creationId xmlns:a16="http://schemas.microsoft.com/office/drawing/2014/main" id="{DC6BA0D6-B703-8588-6E24-AC5BFA07A8D3}"/>
              </a:ext>
            </a:extLst>
          </p:cNvPr>
          <p:cNvSpPr txBox="1"/>
          <p:nvPr/>
        </p:nvSpPr>
        <p:spPr>
          <a:xfrm>
            <a:off x="757084" y="4528414"/>
            <a:ext cx="5410455" cy="646331"/>
          </a:xfrm>
          <a:prstGeom prst="rect">
            <a:avLst/>
          </a:prstGeom>
          <a:noFill/>
        </p:spPr>
        <p:txBody>
          <a:bodyPr wrap="none" rtlCol="0">
            <a:spAutoFit/>
          </a:bodyPr>
          <a:lstStyle/>
          <a:p>
            <a:r>
              <a:rPr lang="en-IN" sz="1800" b="1" dirty="0"/>
              <a:t>human-readable form: </a:t>
            </a:r>
            <a:r>
              <a:rPr lang="nb-NO" sz="1800" dirty="0"/>
              <a:t>199 = ‘1’,’9’,’9’ (</a:t>
            </a:r>
            <a:r>
              <a:rPr lang="nb-NO" sz="1800" dirty="0" err="1"/>
              <a:t>char</a:t>
            </a:r>
            <a:r>
              <a:rPr lang="nb-NO" sz="1800" dirty="0"/>
              <a:t> </a:t>
            </a:r>
            <a:r>
              <a:rPr lang="nb-NO" sz="1800" dirty="0" err="1"/>
              <a:t>array</a:t>
            </a:r>
            <a:r>
              <a:rPr lang="nb-NO" sz="1800" dirty="0"/>
              <a:t>)</a:t>
            </a:r>
          </a:p>
          <a:p>
            <a:r>
              <a:rPr lang="nb-NO" sz="1800" dirty="0">
                <a:solidFill>
                  <a:srgbClr val="FF0000"/>
                </a:solidFill>
              </a:rPr>
              <a:t>3 byte</a:t>
            </a:r>
          </a:p>
        </p:txBody>
      </p:sp>
      <p:sp>
        <p:nvSpPr>
          <p:cNvPr id="6" name="TekstSylinder 5">
            <a:extLst>
              <a:ext uri="{FF2B5EF4-FFF2-40B4-BE49-F238E27FC236}">
                <a16:creationId xmlns:a16="http://schemas.microsoft.com/office/drawing/2014/main" id="{F4E799DE-7946-4B66-F701-829023D6DAC9}"/>
              </a:ext>
            </a:extLst>
          </p:cNvPr>
          <p:cNvSpPr txBox="1"/>
          <p:nvPr/>
        </p:nvSpPr>
        <p:spPr>
          <a:xfrm>
            <a:off x="757084" y="5137766"/>
            <a:ext cx="5884607" cy="923330"/>
          </a:xfrm>
          <a:prstGeom prst="rect">
            <a:avLst/>
          </a:prstGeom>
          <a:noFill/>
        </p:spPr>
        <p:txBody>
          <a:bodyPr wrap="square">
            <a:spAutoFit/>
          </a:bodyPr>
          <a:lstStyle/>
          <a:p>
            <a:r>
              <a:rPr lang="en-IN" sz="1800" b="1" dirty="0"/>
              <a:t>binary form: </a:t>
            </a:r>
            <a:r>
              <a:rPr lang="nb-NO" sz="1800" dirty="0"/>
              <a:t>199 = 1100 0111 = </a:t>
            </a:r>
            <a:r>
              <a:rPr lang="nb-NO" sz="1800" dirty="0" err="1"/>
              <a:t>C7</a:t>
            </a:r>
            <a:endParaRPr lang="nb-NO" sz="1800" dirty="0"/>
          </a:p>
          <a:p>
            <a:endParaRPr lang="nb-NO" sz="1800" dirty="0"/>
          </a:p>
          <a:p>
            <a:r>
              <a:rPr lang="nb-NO" sz="1800" dirty="0">
                <a:solidFill>
                  <a:srgbClr val="FF0000"/>
                </a:solidFill>
              </a:rPr>
              <a:t>1 byte</a:t>
            </a:r>
          </a:p>
        </p:txBody>
      </p:sp>
    </p:spTree>
    <p:extLst>
      <p:ext uri="{BB962C8B-B14F-4D97-AF65-F5344CB8AC3E}">
        <p14:creationId xmlns:p14="http://schemas.microsoft.com/office/powerpoint/2010/main" val="11075647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4"/>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6"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25AE76-F2C4-447C-A43C-56A3863C8209}"/>
              </a:ext>
            </a:extLst>
          </p:cNvPr>
          <p:cNvSpPr>
            <a:spLocks noGrp="1"/>
          </p:cNvSpPr>
          <p:nvPr>
            <p:ph type="title"/>
          </p:nvPr>
        </p:nvSpPr>
        <p:spPr/>
        <p:txBody>
          <a:bodyPr/>
          <a:lstStyle/>
          <a:p>
            <a:r>
              <a:rPr lang="en-IN" dirty="0"/>
              <a:t>Text I/O VS. Binary I/O</a:t>
            </a:r>
          </a:p>
        </p:txBody>
      </p:sp>
      <p:sp>
        <p:nvSpPr>
          <p:cNvPr id="3" name="Content Placeholder 2">
            <a:extLst>
              <a:ext uri="{FF2B5EF4-FFF2-40B4-BE49-F238E27FC236}">
                <a16:creationId xmlns:a16="http://schemas.microsoft.com/office/drawing/2014/main" id="{50EA695D-94B8-433B-8F60-A7C9B4B5CE78}"/>
              </a:ext>
            </a:extLst>
          </p:cNvPr>
          <p:cNvSpPr>
            <a:spLocks noGrp="1"/>
          </p:cNvSpPr>
          <p:nvPr>
            <p:ph sz="quarter" idx="13"/>
          </p:nvPr>
        </p:nvSpPr>
        <p:spPr>
          <a:xfrm>
            <a:off x="457200" y="1556327"/>
            <a:ext cx="8261132" cy="2022445"/>
          </a:xfrm>
        </p:spPr>
        <p:txBody>
          <a:bodyPr/>
          <a:lstStyle/>
          <a:p>
            <a:pPr marL="432" indent="0">
              <a:buNone/>
            </a:pPr>
            <a:r>
              <a:rPr lang="en-IN" sz="2000" dirty="0"/>
              <a:t>Text I/O requires encoding and decoding </a:t>
            </a:r>
            <a:r>
              <a:rPr lang="en-IN" sz="2000" dirty="0">
                <a:solidFill>
                  <a:srgbClr val="FF0000"/>
                </a:solidFill>
              </a:rPr>
              <a:t>(PROCESSING)</a:t>
            </a:r>
            <a:r>
              <a:rPr lang="en-IN" sz="2000" dirty="0"/>
              <a:t>. </a:t>
            </a:r>
          </a:p>
          <a:p>
            <a:pPr marL="432" indent="0">
              <a:buNone/>
            </a:pPr>
            <a:r>
              <a:rPr lang="en-IN" sz="2000" dirty="0"/>
              <a:t>The J</a:t>
            </a:r>
            <a:r>
              <a:rPr lang="en-IN" sz="100" dirty="0"/>
              <a:t> </a:t>
            </a:r>
            <a:r>
              <a:rPr lang="en-IN" sz="2000" dirty="0"/>
              <a:t>V</a:t>
            </a:r>
            <a:r>
              <a:rPr lang="en-IN" sz="100" dirty="0"/>
              <a:t> </a:t>
            </a:r>
            <a:r>
              <a:rPr lang="en-IN" sz="2000" dirty="0"/>
              <a:t>M converts a Unicode to a file specific encoding when writing a character and coverts a file specific encoding to a Unicode when reading a character. </a:t>
            </a:r>
          </a:p>
        </p:txBody>
      </p:sp>
      <p:pic>
        <p:nvPicPr>
          <p:cNvPr id="5" name="Content Placeholder 4" descr="An object shows the Binary I or O. For long description in Notes pane, press F6.">
            <a:extLst>
              <a:ext uri="{FF2B5EF4-FFF2-40B4-BE49-F238E27FC236}">
                <a16:creationId xmlns:a16="http://schemas.microsoft.com/office/drawing/2014/main" id="{668AE35D-2422-4CF9-9B83-CDCD1693EB97}"/>
              </a:ext>
            </a:extLst>
          </p:cNvPr>
          <p:cNvPicPr>
            <a:picLocks noGrp="1" noChangeAspect="1"/>
          </p:cNvPicPr>
          <p:nvPr>
            <p:ph sz="quarter" idx="14"/>
          </p:nvPr>
        </p:nvPicPr>
        <p:blipFill>
          <a:blip r:embed="rId3"/>
          <a:stretch>
            <a:fillRect/>
          </a:stretch>
        </p:blipFill>
        <p:spPr>
          <a:xfrm>
            <a:off x="4173328" y="2824062"/>
            <a:ext cx="4671511" cy="2709268"/>
          </a:xfrm>
          <a:prstGeom prst="rect">
            <a:avLst/>
          </a:prstGeom>
        </p:spPr>
      </p:pic>
      <p:graphicFrame>
        <p:nvGraphicFramePr>
          <p:cNvPr id="8" name="Tabell 7">
            <a:extLst>
              <a:ext uri="{FF2B5EF4-FFF2-40B4-BE49-F238E27FC236}">
                <a16:creationId xmlns:a16="http://schemas.microsoft.com/office/drawing/2014/main" id="{85F65928-1094-B532-D32C-E14FB51A6F2D}"/>
              </a:ext>
            </a:extLst>
          </p:cNvPr>
          <p:cNvGraphicFramePr>
            <a:graphicFrameLocks noGrp="1"/>
          </p:cNvGraphicFramePr>
          <p:nvPr>
            <p:extLst>
              <p:ext uri="{D42A27DB-BD31-4B8C-83A1-F6EECF244321}">
                <p14:modId xmlns:p14="http://schemas.microsoft.com/office/powerpoint/2010/main" val="3087599430"/>
              </p:ext>
            </p:extLst>
          </p:nvPr>
        </p:nvGraphicFramePr>
        <p:xfrm>
          <a:off x="170433" y="5533330"/>
          <a:ext cx="8229600" cy="782955"/>
        </p:xfrm>
        <a:graphic>
          <a:graphicData uri="http://schemas.openxmlformats.org/drawingml/2006/table">
            <a:tbl>
              <a:tblPr/>
              <a:tblGrid>
                <a:gridCol w="8229600">
                  <a:extLst>
                    <a:ext uri="{9D8B030D-6E8A-4147-A177-3AD203B41FA5}">
                      <a16:colId xmlns:a16="http://schemas.microsoft.com/office/drawing/2014/main" val="2041806556"/>
                    </a:ext>
                  </a:extLst>
                </a:gridCol>
              </a:tblGrid>
              <a:tr h="0">
                <a:tc>
                  <a:txBody>
                    <a:bodyPr/>
                    <a:lstStyle/>
                    <a:p>
                      <a:pPr fontAlgn="t">
                        <a:lnSpc>
                          <a:spcPts val="1500"/>
                        </a:lnSpc>
                        <a:buNone/>
                      </a:pPr>
                      <a:r>
                        <a:rPr lang="en-GB" b="1" i="0" dirty="0">
                          <a:effectLst/>
                          <a:latin typeface="Segoe UI" panose="020B0502040204020203" pitchFamily="34" charset="0"/>
                        </a:rPr>
                        <a:t>ASCII</a:t>
                      </a:r>
                      <a:r>
                        <a:rPr lang="en-GB" b="0" i="0" dirty="0">
                          <a:effectLst/>
                          <a:latin typeface="Segoe UI" panose="020B0502040204020203" pitchFamily="34" charset="0"/>
                        </a:rPr>
                        <a:t> = </a:t>
                      </a:r>
                      <a:r>
                        <a:rPr lang="en-GB" b="0" i="0" dirty="0" err="1">
                          <a:effectLst/>
                          <a:latin typeface="Segoe UI" panose="020B0502040204020203" pitchFamily="34" charset="0"/>
                        </a:rPr>
                        <a:t>enkel</a:t>
                      </a:r>
                      <a:r>
                        <a:rPr lang="en-GB" b="0" i="0" dirty="0">
                          <a:effectLst/>
                          <a:latin typeface="Segoe UI" panose="020B0502040204020203" pitchFamily="34" charset="0"/>
                        </a:rPr>
                        <a:t>, </a:t>
                      </a:r>
                      <a:r>
                        <a:rPr lang="en-GB" b="0" i="0" dirty="0" err="1">
                          <a:effectLst/>
                          <a:latin typeface="Segoe UI" panose="020B0502040204020203" pitchFamily="34" charset="0"/>
                        </a:rPr>
                        <a:t>gammel</a:t>
                      </a:r>
                      <a:r>
                        <a:rPr lang="en-GB" b="0" i="0" dirty="0">
                          <a:effectLst/>
                          <a:latin typeface="Segoe UI" panose="020B0502040204020203" pitchFamily="34" charset="0"/>
                        </a:rPr>
                        <a:t>, </a:t>
                      </a:r>
                      <a:r>
                        <a:rPr lang="en-GB" b="0" i="0" dirty="0" err="1">
                          <a:effectLst/>
                          <a:latin typeface="Segoe UI" panose="020B0502040204020203" pitchFamily="34" charset="0"/>
                        </a:rPr>
                        <a:t>kun</a:t>
                      </a:r>
                      <a:r>
                        <a:rPr lang="en-GB" b="0" i="0" dirty="0">
                          <a:effectLst/>
                          <a:latin typeface="Segoe UI" panose="020B0502040204020203" pitchFamily="34" charset="0"/>
                        </a:rPr>
                        <a:t> </a:t>
                      </a:r>
                      <a:r>
                        <a:rPr lang="en-GB" b="0" i="0" dirty="0" err="1">
                          <a:effectLst/>
                          <a:latin typeface="Segoe UI" panose="020B0502040204020203" pitchFamily="34" charset="0"/>
                        </a:rPr>
                        <a:t>engelske</a:t>
                      </a:r>
                      <a:r>
                        <a:rPr lang="en-GB" b="0" i="0" dirty="0">
                          <a:effectLst/>
                          <a:latin typeface="Segoe UI" panose="020B0502040204020203" pitchFamily="34" charset="0"/>
                        </a:rPr>
                        <a:t> </a:t>
                      </a:r>
                      <a:r>
                        <a:rPr lang="en-GB" b="0" i="0" dirty="0" err="1">
                          <a:effectLst/>
                          <a:latin typeface="Segoe UI" panose="020B0502040204020203" pitchFamily="34" charset="0"/>
                        </a:rPr>
                        <a:t>tegn</a:t>
                      </a:r>
                      <a:r>
                        <a:rPr lang="en-GB" b="0" i="0" dirty="0">
                          <a:effectLst/>
                          <a:latin typeface="Segoe UI" panose="020B0502040204020203" pitchFamily="34" charset="0"/>
                        </a:rPr>
                        <a:t>. </a:t>
                      </a:r>
                      <a:r>
                        <a:rPr lang="en-GB" b="1" i="0" dirty="0" err="1">
                          <a:effectLst/>
                          <a:latin typeface="Segoe UI" panose="020B0502040204020203" pitchFamily="34" charset="0"/>
                        </a:rPr>
                        <a:t>Unicode</a:t>
                      </a:r>
                      <a:r>
                        <a:rPr lang="en-GB" b="0" i="0" dirty="0">
                          <a:effectLst/>
                          <a:latin typeface="Segoe UI" panose="020B0502040204020203" pitchFamily="34" charset="0"/>
                        </a:rPr>
                        <a:t> = moderne, global, </a:t>
                      </a:r>
                      <a:r>
                        <a:rPr lang="en-GB" b="0" i="0" dirty="0" err="1">
                          <a:effectLst/>
                          <a:latin typeface="Segoe UI" panose="020B0502040204020203" pitchFamily="34" charset="0"/>
                        </a:rPr>
                        <a:t>dekker</a:t>
                      </a:r>
                      <a:r>
                        <a:rPr lang="en-GB" b="0" i="0" dirty="0">
                          <a:effectLst/>
                          <a:latin typeface="Segoe UI" panose="020B0502040204020203" pitchFamily="34" charset="0"/>
                        </a:rPr>
                        <a:t> </a:t>
                      </a:r>
                      <a:r>
                        <a:rPr lang="en-GB" b="0" i="0" dirty="0" err="1">
                          <a:effectLst/>
                          <a:latin typeface="Segoe UI" panose="020B0502040204020203" pitchFamily="34" charset="0"/>
                        </a:rPr>
                        <a:t>nesten</a:t>
                      </a:r>
                      <a:r>
                        <a:rPr lang="en-GB" b="0" i="0" dirty="0">
                          <a:effectLst/>
                          <a:latin typeface="Segoe UI" panose="020B0502040204020203" pitchFamily="34" charset="0"/>
                        </a:rPr>
                        <a:t> </a:t>
                      </a:r>
                      <a:r>
                        <a:rPr lang="en-GB" b="0" i="0" dirty="0" err="1">
                          <a:effectLst/>
                          <a:latin typeface="Segoe UI" panose="020B0502040204020203" pitchFamily="34" charset="0"/>
                        </a:rPr>
                        <a:t>alle</a:t>
                      </a:r>
                      <a:r>
                        <a:rPr lang="en-GB" b="0" i="0" dirty="0">
                          <a:effectLst/>
                          <a:latin typeface="Segoe UI" panose="020B0502040204020203" pitchFamily="34" charset="0"/>
                        </a:rPr>
                        <a:t> </a:t>
                      </a:r>
                      <a:r>
                        <a:rPr lang="en-GB" b="0" i="0" dirty="0" err="1">
                          <a:effectLst/>
                          <a:latin typeface="Segoe UI" panose="020B0502040204020203" pitchFamily="34" charset="0"/>
                        </a:rPr>
                        <a:t>tegn</a:t>
                      </a:r>
                      <a:r>
                        <a:rPr lang="en-GB" b="0" i="0" dirty="0">
                          <a:effectLst/>
                          <a:latin typeface="Segoe UI" panose="020B0502040204020203" pitchFamily="34" charset="0"/>
                        </a:rPr>
                        <a:t> </a:t>
                      </a:r>
                      <a:r>
                        <a:rPr lang="en-GB" b="0" i="0" dirty="0" err="1">
                          <a:effectLst/>
                          <a:latin typeface="Segoe UI" panose="020B0502040204020203" pitchFamily="34" charset="0"/>
                        </a:rPr>
                        <a:t>og</a:t>
                      </a:r>
                      <a:r>
                        <a:rPr lang="en-GB" b="0" i="0" dirty="0">
                          <a:effectLst/>
                          <a:latin typeface="Segoe UI" panose="020B0502040204020203" pitchFamily="34" charset="0"/>
                        </a:rPr>
                        <a:t> </a:t>
                      </a:r>
                      <a:r>
                        <a:rPr lang="en-GB" b="0" i="0" dirty="0" err="1">
                          <a:effectLst/>
                          <a:latin typeface="Segoe UI" panose="020B0502040204020203" pitchFamily="34" charset="0"/>
                        </a:rPr>
                        <a:t>språk</a:t>
                      </a:r>
                      <a:r>
                        <a:rPr lang="en-GB" b="0" i="0" dirty="0">
                          <a:effectLst/>
                          <a:latin typeface="Segoe UI" panose="020B0502040204020203" pitchFamily="34" charset="0"/>
                        </a:rPr>
                        <a:t>.</a:t>
                      </a:r>
                    </a:p>
                  </a:txBody>
                  <a:tcPr>
                    <a:lnL w="7620" cap="flat" cmpd="sng" algn="ctr">
                      <a:solidFill>
                        <a:srgbClr val="E6E6E6"/>
                      </a:solidFill>
                      <a:prstDash val="solid"/>
                      <a:round/>
                      <a:headEnd type="none" w="med" len="med"/>
                      <a:tailEnd type="none" w="med" len="med"/>
                    </a:lnL>
                    <a:lnR w="7620" cap="flat" cmpd="sng" algn="ctr">
                      <a:solidFill>
                        <a:srgbClr val="E6E6E6"/>
                      </a:solidFill>
                      <a:prstDash val="solid"/>
                      <a:round/>
                      <a:headEnd type="none" w="med" len="med"/>
                      <a:tailEnd type="none" w="med" len="med"/>
                    </a:lnR>
                    <a:lnT w="7620" cap="flat" cmpd="sng" algn="ctr">
                      <a:solidFill>
                        <a:srgbClr val="E6E6E6"/>
                      </a:solidFill>
                      <a:prstDash val="solid"/>
                      <a:round/>
                      <a:headEnd type="none" w="med" len="med"/>
                      <a:tailEnd type="none" w="med" len="med"/>
                    </a:lnT>
                    <a:lnB w="7620" cap="flat" cmpd="sng" algn="ctr">
                      <a:solidFill>
                        <a:srgbClr val="E6E6E6"/>
                      </a:solidFill>
                      <a:prstDash val="solid"/>
                      <a:round/>
                      <a:headEnd type="none" w="med" len="med"/>
                      <a:tailEnd type="none" w="med" len="med"/>
                    </a:lnB>
                    <a:solidFill>
                      <a:srgbClr val="F5F5F5"/>
                    </a:solidFill>
                  </a:tcPr>
                </a:tc>
                <a:extLst>
                  <a:ext uri="{0D108BD9-81ED-4DB2-BD59-A6C34878D82A}">
                    <a16:rowId xmlns:a16="http://schemas.microsoft.com/office/drawing/2014/main" val="559049457"/>
                  </a:ext>
                </a:extLst>
              </a:tr>
              <a:tr h="0">
                <a:tc>
                  <a:txBody>
                    <a:bodyPr/>
                    <a:lstStyle/>
                    <a:p>
                      <a:endParaRPr lang="en-GB" dirty="0"/>
                    </a:p>
                  </a:txBody>
                  <a:tcPr>
                    <a:lnT w="7620" cap="flat" cmpd="sng" algn="ctr">
                      <a:solidFill>
                        <a:srgbClr val="E6E6E6"/>
                      </a:solidFill>
                      <a:prstDash val="solid"/>
                      <a:round/>
                      <a:headEnd type="none" w="med" len="med"/>
                      <a:tailEnd type="none" w="med" len="med"/>
                    </a:lnT>
                  </a:tcPr>
                </a:tc>
                <a:extLst>
                  <a:ext uri="{0D108BD9-81ED-4DB2-BD59-A6C34878D82A}">
                    <a16:rowId xmlns:a16="http://schemas.microsoft.com/office/drawing/2014/main" val="3523114334"/>
                  </a:ext>
                </a:extLst>
              </a:tr>
            </a:tbl>
          </a:graphicData>
        </a:graphic>
      </p:graphicFrame>
    </p:spTree>
    <p:extLst>
      <p:ext uri="{BB962C8B-B14F-4D97-AF65-F5344CB8AC3E}">
        <p14:creationId xmlns:p14="http://schemas.microsoft.com/office/powerpoint/2010/main" val="7273648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25AE76-F2C4-447C-A43C-56A3863C8209}"/>
              </a:ext>
            </a:extLst>
          </p:cNvPr>
          <p:cNvSpPr>
            <a:spLocks noGrp="1"/>
          </p:cNvSpPr>
          <p:nvPr>
            <p:ph type="title"/>
          </p:nvPr>
        </p:nvSpPr>
        <p:spPr/>
        <p:txBody>
          <a:bodyPr/>
          <a:lstStyle/>
          <a:p>
            <a:r>
              <a:rPr lang="en-IN" dirty="0"/>
              <a:t>Text I/O VS. Binary I/O</a:t>
            </a:r>
          </a:p>
        </p:txBody>
      </p:sp>
      <p:sp>
        <p:nvSpPr>
          <p:cNvPr id="3" name="Content Placeholder 2">
            <a:extLst>
              <a:ext uri="{FF2B5EF4-FFF2-40B4-BE49-F238E27FC236}">
                <a16:creationId xmlns:a16="http://schemas.microsoft.com/office/drawing/2014/main" id="{50EA695D-94B8-433B-8F60-A7C9B4B5CE78}"/>
              </a:ext>
            </a:extLst>
          </p:cNvPr>
          <p:cNvSpPr>
            <a:spLocks noGrp="1"/>
          </p:cNvSpPr>
          <p:nvPr>
            <p:ph sz="quarter" idx="13"/>
          </p:nvPr>
        </p:nvSpPr>
        <p:spPr>
          <a:xfrm>
            <a:off x="457200" y="1556327"/>
            <a:ext cx="8261132" cy="2022445"/>
          </a:xfrm>
        </p:spPr>
        <p:txBody>
          <a:bodyPr/>
          <a:lstStyle/>
          <a:p>
            <a:pPr marL="432" indent="0">
              <a:buNone/>
            </a:pPr>
            <a:r>
              <a:rPr lang="en-IN" sz="2000" dirty="0"/>
              <a:t>Binary I/O does not require conversions! </a:t>
            </a:r>
          </a:p>
          <a:p>
            <a:pPr marL="432" indent="0">
              <a:buNone/>
            </a:pPr>
            <a:r>
              <a:rPr lang="en-IN" sz="2000" dirty="0"/>
              <a:t>When you write a byte to a file, the original byte is copied into the file.</a:t>
            </a:r>
          </a:p>
          <a:p>
            <a:pPr marL="432" indent="0">
              <a:buNone/>
            </a:pPr>
            <a:r>
              <a:rPr lang="en-IN" sz="2000" dirty="0"/>
              <a:t>When you read a byte from a file, the exact byte in the file is returned.</a:t>
            </a:r>
          </a:p>
        </p:txBody>
      </p:sp>
      <p:pic>
        <p:nvPicPr>
          <p:cNvPr id="5" name="Content Placeholder 4" descr="An object shows the Binary I or O. For long description in Notes pane, press F6.">
            <a:extLst>
              <a:ext uri="{FF2B5EF4-FFF2-40B4-BE49-F238E27FC236}">
                <a16:creationId xmlns:a16="http://schemas.microsoft.com/office/drawing/2014/main" id="{668AE35D-2422-4CF9-9B83-CDCD1693EB97}"/>
              </a:ext>
            </a:extLst>
          </p:cNvPr>
          <p:cNvPicPr>
            <a:picLocks noGrp="1" noChangeAspect="1"/>
          </p:cNvPicPr>
          <p:nvPr>
            <p:ph sz="quarter" idx="14"/>
          </p:nvPr>
        </p:nvPicPr>
        <p:blipFill>
          <a:blip r:embed="rId3"/>
          <a:stretch>
            <a:fillRect/>
          </a:stretch>
        </p:blipFill>
        <p:spPr>
          <a:xfrm>
            <a:off x="2236244" y="3642209"/>
            <a:ext cx="4671511" cy="2709268"/>
          </a:xfrm>
          <a:prstGeom prst="rect">
            <a:avLst/>
          </a:prstGeom>
        </p:spPr>
      </p:pic>
      <p:sp>
        <p:nvSpPr>
          <p:cNvPr id="4" name="TekstSylinder 3">
            <a:extLst>
              <a:ext uri="{FF2B5EF4-FFF2-40B4-BE49-F238E27FC236}">
                <a16:creationId xmlns:a16="http://schemas.microsoft.com/office/drawing/2014/main" id="{6BE1EB28-7174-65C5-DE55-C8D2B65F4700}"/>
              </a:ext>
            </a:extLst>
          </p:cNvPr>
          <p:cNvSpPr txBox="1"/>
          <p:nvPr/>
        </p:nvSpPr>
        <p:spPr>
          <a:xfrm>
            <a:off x="312821" y="4588224"/>
            <a:ext cx="2223686" cy="369332"/>
          </a:xfrm>
          <a:prstGeom prst="rect">
            <a:avLst/>
          </a:prstGeom>
          <a:noFill/>
        </p:spPr>
        <p:txBody>
          <a:bodyPr wrap="none" rtlCol="0">
            <a:spAutoFit/>
          </a:bodyPr>
          <a:lstStyle/>
          <a:p>
            <a:r>
              <a:rPr lang="en-GB" sz="1800" dirty="0">
                <a:solidFill>
                  <a:srgbClr val="FF0000"/>
                </a:solidFill>
              </a:rPr>
              <a:t>Ex. </a:t>
            </a:r>
            <a:r>
              <a:rPr lang="en-GB" sz="1800" dirty="0" err="1">
                <a:solidFill>
                  <a:srgbClr val="FF0000"/>
                </a:solidFill>
              </a:rPr>
              <a:t>CopyDemo.java</a:t>
            </a:r>
            <a:endParaRPr lang="en-GB" sz="1800" dirty="0">
              <a:solidFill>
                <a:srgbClr val="FF0000"/>
              </a:solidFill>
            </a:endParaRPr>
          </a:p>
        </p:txBody>
      </p:sp>
    </p:spTree>
    <p:extLst>
      <p:ext uri="{BB962C8B-B14F-4D97-AF65-F5344CB8AC3E}">
        <p14:creationId xmlns:p14="http://schemas.microsoft.com/office/powerpoint/2010/main" val="17305156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25AE76-F2C4-447C-A43C-56A3863C8209}"/>
              </a:ext>
            </a:extLst>
          </p:cNvPr>
          <p:cNvSpPr>
            <a:spLocks noGrp="1"/>
          </p:cNvSpPr>
          <p:nvPr>
            <p:ph type="title"/>
          </p:nvPr>
        </p:nvSpPr>
        <p:spPr/>
        <p:txBody>
          <a:bodyPr/>
          <a:lstStyle/>
          <a:p>
            <a:r>
              <a:rPr lang="en-IN" dirty="0"/>
              <a:t>Binary I/O Classes</a:t>
            </a:r>
          </a:p>
        </p:txBody>
      </p:sp>
      <p:pic>
        <p:nvPicPr>
          <p:cNvPr id="10" name="Content Placeholder 9" descr="An object shows the Binary I or O classes. For long description in Notes pane, press F6.">
            <a:extLst>
              <a:ext uri="{FF2B5EF4-FFF2-40B4-BE49-F238E27FC236}">
                <a16:creationId xmlns:a16="http://schemas.microsoft.com/office/drawing/2014/main" id="{55E3A732-5C4D-4EE2-B8E7-D72C4B70BBBE}"/>
              </a:ext>
            </a:extLst>
          </p:cNvPr>
          <p:cNvPicPr>
            <a:picLocks noGrp="1" noChangeAspect="1"/>
          </p:cNvPicPr>
          <p:nvPr>
            <p:ph sz="quarter" idx="13"/>
          </p:nvPr>
        </p:nvPicPr>
        <p:blipFill>
          <a:blip r:embed="rId3"/>
          <a:stretch>
            <a:fillRect/>
          </a:stretch>
        </p:blipFill>
        <p:spPr>
          <a:xfrm>
            <a:off x="457200" y="1712857"/>
            <a:ext cx="8232775" cy="3122570"/>
          </a:xfrm>
          <a:prstGeom prst="rect">
            <a:avLst/>
          </a:prstGeom>
        </p:spPr>
      </p:pic>
    </p:spTree>
    <p:extLst>
      <p:ext uri="{BB962C8B-B14F-4D97-AF65-F5344CB8AC3E}">
        <p14:creationId xmlns:p14="http://schemas.microsoft.com/office/powerpoint/2010/main" val="365039045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515D0B-744D-4DEA-8489-1244DE3C5758}"/>
              </a:ext>
            </a:extLst>
          </p:cNvPr>
          <p:cNvSpPr>
            <a:spLocks noGrp="1"/>
          </p:cNvSpPr>
          <p:nvPr>
            <p:ph type="title"/>
          </p:nvPr>
        </p:nvSpPr>
        <p:spPr/>
        <p:txBody>
          <a:bodyPr/>
          <a:lstStyle/>
          <a:p>
            <a:r>
              <a:rPr lang="en-IN" dirty="0"/>
              <a:t>InputStream</a:t>
            </a:r>
          </a:p>
        </p:txBody>
      </p:sp>
      <p:pic>
        <p:nvPicPr>
          <p:cNvPr id="7" name="Content Placeholder 6" descr="The computer code shows the InputStream. For long description in Notes pane, press F6.">
            <a:extLst>
              <a:ext uri="{FF2B5EF4-FFF2-40B4-BE49-F238E27FC236}">
                <a16:creationId xmlns:a16="http://schemas.microsoft.com/office/drawing/2014/main" id="{13949836-6935-4086-ABA2-9F795AC11B41}"/>
              </a:ext>
            </a:extLst>
          </p:cNvPr>
          <p:cNvPicPr>
            <a:picLocks noGrp="1" noChangeAspect="1"/>
          </p:cNvPicPr>
          <p:nvPr>
            <p:ph sz="quarter" idx="13"/>
          </p:nvPr>
        </p:nvPicPr>
        <p:blipFill>
          <a:blip r:embed="rId3"/>
          <a:stretch>
            <a:fillRect/>
          </a:stretch>
        </p:blipFill>
        <p:spPr>
          <a:xfrm>
            <a:off x="631694" y="1523055"/>
            <a:ext cx="7883786" cy="4757823"/>
          </a:xfrm>
          <a:prstGeom prst="rect">
            <a:avLst/>
          </a:prstGeom>
        </p:spPr>
      </p:pic>
    </p:spTree>
    <p:extLst>
      <p:ext uri="{BB962C8B-B14F-4D97-AF65-F5344CB8AC3E}">
        <p14:creationId xmlns:p14="http://schemas.microsoft.com/office/powerpoint/2010/main" val="285902568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F373B1-EFD8-4E04-B443-54446B44836B}"/>
              </a:ext>
            </a:extLst>
          </p:cNvPr>
          <p:cNvSpPr>
            <a:spLocks noGrp="1"/>
          </p:cNvSpPr>
          <p:nvPr>
            <p:ph type="title"/>
          </p:nvPr>
        </p:nvSpPr>
        <p:spPr/>
        <p:txBody>
          <a:bodyPr/>
          <a:lstStyle/>
          <a:p>
            <a:r>
              <a:rPr lang="en-IN" dirty="0"/>
              <a:t>OutputStream</a:t>
            </a:r>
          </a:p>
        </p:txBody>
      </p:sp>
      <p:pic>
        <p:nvPicPr>
          <p:cNvPr id="4" name="Content Placeholder 3" descr="The computer code shows the OutputStream. For long description in Notes pane, press F6.">
            <a:extLst>
              <a:ext uri="{FF2B5EF4-FFF2-40B4-BE49-F238E27FC236}">
                <a16:creationId xmlns:a16="http://schemas.microsoft.com/office/drawing/2014/main" id="{E2359D91-1D32-480D-970F-BDB0BBC45544}"/>
              </a:ext>
            </a:extLst>
          </p:cNvPr>
          <p:cNvPicPr>
            <a:picLocks noGrp="1" noChangeAspect="1"/>
          </p:cNvPicPr>
          <p:nvPr>
            <p:ph sz="quarter" idx="13"/>
          </p:nvPr>
        </p:nvPicPr>
        <p:blipFill>
          <a:blip r:embed="rId3"/>
          <a:stretch>
            <a:fillRect/>
          </a:stretch>
        </p:blipFill>
        <p:spPr>
          <a:xfrm>
            <a:off x="457200" y="1598898"/>
            <a:ext cx="8232775" cy="3370392"/>
          </a:xfrm>
          <a:prstGeom prst="rect">
            <a:avLst/>
          </a:prstGeom>
        </p:spPr>
      </p:pic>
    </p:spTree>
    <p:extLst>
      <p:ext uri="{BB962C8B-B14F-4D97-AF65-F5344CB8AC3E}">
        <p14:creationId xmlns:p14="http://schemas.microsoft.com/office/powerpoint/2010/main" val="399847317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464E99-60CE-459F-93D8-101DA04B9F1A}"/>
              </a:ext>
            </a:extLst>
          </p:cNvPr>
          <p:cNvSpPr>
            <a:spLocks noGrp="1"/>
          </p:cNvSpPr>
          <p:nvPr>
            <p:ph type="title"/>
          </p:nvPr>
        </p:nvSpPr>
        <p:spPr/>
        <p:txBody>
          <a:bodyPr/>
          <a:lstStyle/>
          <a:p>
            <a:r>
              <a:rPr lang="en-IN" dirty="0"/>
              <a:t>FileInputStream/FileOutputStream</a:t>
            </a:r>
          </a:p>
        </p:txBody>
      </p:sp>
      <p:pic>
        <p:nvPicPr>
          <p:cNvPr id="7" name="Content Placeholder 6" descr="An object shows the File Input Stream or File Output Stream. For long description in Notes pane, press F6.">
            <a:extLst>
              <a:ext uri="{FF2B5EF4-FFF2-40B4-BE49-F238E27FC236}">
                <a16:creationId xmlns:a16="http://schemas.microsoft.com/office/drawing/2014/main" id="{76674537-E354-4B4F-B199-49A0E20A9444}"/>
              </a:ext>
            </a:extLst>
          </p:cNvPr>
          <p:cNvPicPr>
            <a:picLocks noGrp="1" noChangeAspect="1"/>
          </p:cNvPicPr>
          <p:nvPr>
            <p:ph sz="quarter" idx="13"/>
          </p:nvPr>
        </p:nvPicPr>
        <p:blipFill>
          <a:blip r:embed="rId3"/>
          <a:stretch>
            <a:fillRect/>
          </a:stretch>
        </p:blipFill>
        <p:spPr>
          <a:xfrm>
            <a:off x="703336" y="1499266"/>
            <a:ext cx="7740503" cy="4805401"/>
          </a:xfrm>
          <a:prstGeom prst="rect">
            <a:avLst/>
          </a:prstGeom>
        </p:spPr>
      </p:pic>
    </p:spTree>
    <p:extLst>
      <p:ext uri="{BB962C8B-B14F-4D97-AF65-F5344CB8AC3E}">
        <p14:creationId xmlns:p14="http://schemas.microsoft.com/office/powerpoint/2010/main" val="185776105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48643B-BAA6-4CFB-BB22-51F44AB41ACB}"/>
              </a:ext>
            </a:extLst>
          </p:cNvPr>
          <p:cNvSpPr>
            <a:spLocks noGrp="1"/>
          </p:cNvSpPr>
          <p:nvPr>
            <p:ph type="title"/>
          </p:nvPr>
        </p:nvSpPr>
        <p:spPr/>
        <p:txBody>
          <a:bodyPr/>
          <a:lstStyle/>
          <a:p>
            <a:r>
              <a:rPr lang="en-IN" dirty="0"/>
              <a:t>FileInputStream</a:t>
            </a:r>
          </a:p>
        </p:txBody>
      </p:sp>
      <p:sp>
        <p:nvSpPr>
          <p:cNvPr id="3" name="Content Placeholder 2">
            <a:extLst>
              <a:ext uri="{FF2B5EF4-FFF2-40B4-BE49-F238E27FC236}">
                <a16:creationId xmlns:a16="http://schemas.microsoft.com/office/drawing/2014/main" id="{09C8262C-B4BB-45DE-8DDE-A0A252F59C2F}"/>
              </a:ext>
            </a:extLst>
          </p:cNvPr>
          <p:cNvSpPr>
            <a:spLocks noGrp="1"/>
          </p:cNvSpPr>
          <p:nvPr>
            <p:ph sz="quarter" idx="13"/>
          </p:nvPr>
        </p:nvSpPr>
        <p:spPr/>
        <p:txBody>
          <a:bodyPr/>
          <a:lstStyle/>
          <a:p>
            <a:pPr marL="432" indent="0">
              <a:buNone/>
            </a:pPr>
            <a:r>
              <a:rPr lang="en-IN" dirty="0"/>
              <a:t>To construct a FileInputStream, use the following constructors:</a:t>
            </a:r>
          </a:p>
          <a:p>
            <a:pPr marL="291600" indent="0">
              <a:buNone/>
            </a:pPr>
            <a:r>
              <a:rPr lang="en-IN" dirty="0"/>
              <a:t>public FileInputStream(</a:t>
            </a:r>
            <a:r>
              <a:rPr lang="en-IN" dirty="0">
                <a:solidFill>
                  <a:srgbClr val="FF0000"/>
                </a:solidFill>
              </a:rPr>
              <a:t>String filename</a:t>
            </a:r>
            <a:r>
              <a:rPr lang="en-IN" dirty="0"/>
              <a:t>)</a:t>
            </a:r>
          </a:p>
          <a:p>
            <a:pPr marL="291600" indent="0">
              <a:buNone/>
            </a:pPr>
            <a:r>
              <a:rPr lang="en-IN" dirty="0"/>
              <a:t>public FileInputStream(</a:t>
            </a:r>
            <a:r>
              <a:rPr lang="en-IN" dirty="0">
                <a:solidFill>
                  <a:srgbClr val="FF0000"/>
                </a:solidFill>
              </a:rPr>
              <a:t>File file</a:t>
            </a:r>
            <a:r>
              <a:rPr lang="en-IN" dirty="0"/>
              <a:t>)</a:t>
            </a:r>
          </a:p>
          <a:p>
            <a:pPr marL="0" indent="291600">
              <a:buNone/>
            </a:pPr>
            <a:r>
              <a:rPr lang="en-IN" dirty="0"/>
              <a:t>A </a:t>
            </a:r>
            <a:r>
              <a:rPr lang="en-IN" u="sng" dirty="0"/>
              <a:t>java.io.FileNotFoundException</a:t>
            </a:r>
            <a:r>
              <a:rPr lang="en-IN" dirty="0"/>
              <a:t> would occur if you attempt to create a </a:t>
            </a:r>
            <a:r>
              <a:rPr lang="en-IN" u="sng" dirty="0"/>
              <a:t>FileInputStream</a:t>
            </a:r>
            <a:r>
              <a:rPr lang="en-IN" dirty="0"/>
              <a:t> with a nonexistent file.</a:t>
            </a:r>
          </a:p>
        </p:txBody>
      </p:sp>
    </p:spTree>
    <p:extLst>
      <p:ext uri="{BB962C8B-B14F-4D97-AF65-F5344CB8AC3E}">
        <p14:creationId xmlns:p14="http://schemas.microsoft.com/office/powerpoint/2010/main" val="29840512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2CB1F8-70DE-4C5B-ADE7-240D5A66C643}"/>
              </a:ext>
            </a:extLst>
          </p:cNvPr>
          <p:cNvSpPr>
            <a:spLocks noGrp="1"/>
          </p:cNvSpPr>
          <p:nvPr>
            <p:ph type="title"/>
          </p:nvPr>
        </p:nvSpPr>
        <p:spPr/>
        <p:txBody>
          <a:bodyPr/>
          <a:lstStyle/>
          <a:p>
            <a:r>
              <a:rPr lang="en-IN" dirty="0"/>
              <a:t>FileOutputStream</a:t>
            </a:r>
          </a:p>
        </p:txBody>
      </p:sp>
      <p:pic>
        <p:nvPicPr>
          <p:cNvPr id="20" name="Content Placeholder 19" descr="Four rows of codes as follows.&#10;public FileOutputStream left parenthesis String filename right parenthesis &#10;public FileOutputStream left parenthesis File file right parenthesis &#10;public FileOutputStream left parenthesis String filename, boolean append right parenthesis &#10;public FileOutputStream left parenthesis File file, boolean append right parenthesis&#10;An arrow from the paragraph below points to the last line of the codes above.&#10;If the file does not exist, a new file would be created. If the file already exists, the first two constructors would delete the current contents in the file. To retain the current content and append new data into the file, use the last two constructors by passing true to the append parameter.">
            <a:extLst>
              <a:ext uri="{FF2B5EF4-FFF2-40B4-BE49-F238E27FC236}">
                <a16:creationId xmlns:a16="http://schemas.microsoft.com/office/drawing/2014/main" id="{963FF911-318E-4E90-9B0B-AA2FC7ADD0E6}"/>
              </a:ext>
            </a:extLst>
          </p:cNvPr>
          <p:cNvPicPr>
            <a:picLocks noGrp="1" noChangeAspect="1"/>
          </p:cNvPicPr>
          <p:nvPr>
            <p:ph sz="quarter" idx="14"/>
          </p:nvPr>
        </p:nvPicPr>
        <p:blipFill>
          <a:blip r:embed="rId3"/>
          <a:stretch>
            <a:fillRect/>
          </a:stretch>
        </p:blipFill>
        <p:spPr>
          <a:xfrm>
            <a:off x="240859" y="1559181"/>
            <a:ext cx="8190334" cy="2779358"/>
          </a:xfrm>
        </p:spPr>
      </p:pic>
      <p:sp>
        <p:nvSpPr>
          <p:cNvPr id="10" name="Text Placeholder 9">
            <a:extLst>
              <a:ext uri="{FF2B5EF4-FFF2-40B4-BE49-F238E27FC236}">
                <a16:creationId xmlns:a16="http://schemas.microsoft.com/office/drawing/2014/main" id="{37175554-CA8F-4774-886D-9823FEB70B9C}"/>
              </a:ext>
            </a:extLst>
          </p:cNvPr>
          <p:cNvSpPr>
            <a:spLocks noGrp="1"/>
          </p:cNvSpPr>
          <p:nvPr>
            <p:ph type="body" sz="quarter" idx="20"/>
          </p:nvPr>
        </p:nvSpPr>
        <p:spPr>
          <a:xfrm>
            <a:off x="6425764" y="5801709"/>
            <a:ext cx="2324100" cy="488732"/>
          </a:xfrm>
        </p:spPr>
        <p:txBody>
          <a:bodyPr/>
          <a:lstStyle/>
          <a:p>
            <a:pPr marL="432" indent="0" algn="ctr">
              <a:buNone/>
            </a:pPr>
            <a:r>
              <a:rPr lang="en-IN" dirty="0">
                <a:hlinkClick r:id="rId4" tooltip="https://liveexample.pearsoncmg.com/html/TestFileStream.html"/>
              </a:rPr>
              <a:t>TestFileStream</a:t>
            </a:r>
            <a:endParaRPr lang="en-IN" dirty="0">
              <a:hlinkClick r:id="rId4"/>
            </a:endParaRPr>
          </a:p>
        </p:txBody>
      </p:sp>
      <p:sp>
        <p:nvSpPr>
          <p:cNvPr id="3" name="TekstSylinder 2">
            <a:extLst>
              <a:ext uri="{FF2B5EF4-FFF2-40B4-BE49-F238E27FC236}">
                <a16:creationId xmlns:a16="http://schemas.microsoft.com/office/drawing/2014/main" id="{9019E9E1-84D7-EDF5-21D0-75FCBA41612B}"/>
              </a:ext>
            </a:extLst>
          </p:cNvPr>
          <p:cNvSpPr txBox="1"/>
          <p:nvPr/>
        </p:nvSpPr>
        <p:spPr>
          <a:xfrm>
            <a:off x="240859" y="5114153"/>
            <a:ext cx="6991016" cy="400110"/>
          </a:xfrm>
          <a:prstGeom prst="rect">
            <a:avLst/>
          </a:prstGeom>
          <a:noFill/>
        </p:spPr>
        <p:txBody>
          <a:bodyPr wrap="none" rtlCol="0">
            <a:spAutoFit/>
          </a:bodyPr>
          <a:lstStyle/>
          <a:p>
            <a:r>
              <a:rPr lang="nb-NO" sz="2000" b="1" i="1" dirty="0" err="1">
                <a:solidFill>
                  <a:srgbClr val="FF0000"/>
                </a:solidFill>
              </a:rPr>
              <a:t>Append</a:t>
            </a:r>
            <a:r>
              <a:rPr lang="nb-NO" sz="2000" i="1" dirty="0">
                <a:solidFill>
                  <a:srgbClr val="FF0000"/>
                </a:solidFill>
              </a:rPr>
              <a:t> betyr her at det blir lagt til data i en eksisterende fil!</a:t>
            </a:r>
          </a:p>
        </p:txBody>
      </p:sp>
    </p:spTree>
    <p:extLst>
      <p:ext uri="{BB962C8B-B14F-4D97-AF65-F5344CB8AC3E}">
        <p14:creationId xmlns:p14="http://schemas.microsoft.com/office/powerpoint/2010/main" val="19542985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078CA6-8F06-4C75-B53D-7DF89E0B840E}"/>
              </a:ext>
            </a:extLst>
          </p:cNvPr>
          <p:cNvSpPr>
            <a:spLocks noGrp="1"/>
          </p:cNvSpPr>
          <p:nvPr>
            <p:ph type="title"/>
          </p:nvPr>
        </p:nvSpPr>
        <p:spPr/>
        <p:txBody>
          <a:bodyPr/>
          <a:lstStyle/>
          <a:p>
            <a:r>
              <a:rPr lang="en-IN" dirty="0"/>
              <a:t>Characters and Strings in Binary I/O</a:t>
            </a:r>
          </a:p>
        </p:txBody>
      </p:sp>
      <p:sp>
        <p:nvSpPr>
          <p:cNvPr id="3" name="Content Placeholder 2">
            <a:extLst>
              <a:ext uri="{FF2B5EF4-FFF2-40B4-BE49-F238E27FC236}">
                <a16:creationId xmlns:a16="http://schemas.microsoft.com/office/drawing/2014/main" id="{9F4BC784-7684-4858-94D9-7C1F4EDE23F9}"/>
              </a:ext>
            </a:extLst>
          </p:cNvPr>
          <p:cNvSpPr>
            <a:spLocks noGrp="1"/>
          </p:cNvSpPr>
          <p:nvPr>
            <p:ph sz="quarter" idx="13"/>
          </p:nvPr>
        </p:nvSpPr>
        <p:spPr>
          <a:xfrm>
            <a:off x="457200" y="1554919"/>
            <a:ext cx="8308428" cy="4814349"/>
          </a:xfrm>
        </p:spPr>
        <p:txBody>
          <a:bodyPr/>
          <a:lstStyle/>
          <a:p>
            <a:pPr marL="432" indent="0">
              <a:buNone/>
            </a:pPr>
            <a:r>
              <a:rPr lang="en-IN" sz="2000" b="1" dirty="0">
                <a:solidFill>
                  <a:schemeClr val="tx1"/>
                </a:solidFill>
              </a:rPr>
              <a:t>Why U</a:t>
            </a:r>
            <a:r>
              <a:rPr lang="en-IN" sz="100" b="1" dirty="0">
                <a:solidFill>
                  <a:schemeClr val="tx1"/>
                </a:solidFill>
              </a:rPr>
              <a:t> </a:t>
            </a:r>
            <a:r>
              <a:rPr lang="en-IN" sz="2000" b="1" dirty="0">
                <a:solidFill>
                  <a:schemeClr val="tx1"/>
                </a:solidFill>
              </a:rPr>
              <a:t>T</a:t>
            </a:r>
            <a:r>
              <a:rPr lang="en-IN" sz="100" b="1" dirty="0">
                <a:solidFill>
                  <a:schemeClr val="tx1"/>
                </a:solidFill>
              </a:rPr>
              <a:t> </a:t>
            </a:r>
            <a:r>
              <a:rPr lang="en-IN" sz="2000" b="1" dirty="0">
                <a:solidFill>
                  <a:schemeClr val="tx1"/>
                </a:solidFill>
              </a:rPr>
              <a:t>F-8? What is U</a:t>
            </a:r>
            <a:r>
              <a:rPr lang="en-IN" sz="100" b="1" dirty="0">
                <a:solidFill>
                  <a:schemeClr val="tx1"/>
                </a:solidFill>
              </a:rPr>
              <a:t> </a:t>
            </a:r>
            <a:r>
              <a:rPr lang="en-IN" sz="2000" b="1" dirty="0">
                <a:solidFill>
                  <a:schemeClr val="tx1"/>
                </a:solidFill>
              </a:rPr>
              <a:t>T</a:t>
            </a:r>
            <a:r>
              <a:rPr lang="en-IN" sz="100" b="1" dirty="0">
                <a:solidFill>
                  <a:schemeClr val="tx1"/>
                </a:solidFill>
              </a:rPr>
              <a:t> </a:t>
            </a:r>
            <a:r>
              <a:rPr lang="en-IN" sz="2000" b="1" dirty="0">
                <a:solidFill>
                  <a:schemeClr val="tx1"/>
                </a:solidFill>
              </a:rPr>
              <a:t>F-8?		</a:t>
            </a:r>
            <a:r>
              <a:rPr lang="en-IN" sz="2000" b="1" dirty="0">
                <a:solidFill>
                  <a:srgbClr val="FF0000"/>
                </a:solidFill>
              </a:rPr>
              <a:t> [ æ ][ ø ][ å ]</a:t>
            </a:r>
          </a:p>
          <a:p>
            <a:pPr marL="432" indent="0">
              <a:buNone/>
            </a:pPr>
            <a:r>
              <a:rPr lang="en-IN" sz="2000" dirty="0"/>
              <a:t>U</a:t>
            </a:r>
            <a:r>
              <a:rPr lang="en-IN" sz="100" dirty="0"/>
              <a:t> </a:t>
            </a:r>
            <a:r>
              <a:rPr lang="en-IN" sz="2000" dirty="0"/>
              <a:t>T</a:t>
            </a:r>
            <a:r>
              <a:rPr lang="en-IN" sz="100" dirty="0"/>
              <a:t> </a:t>
            </a:r>
            <a:r>
              <a:rPr lang="en-IN" sz="2000" dirty="0"/>
              <a:t>F-8 is a coding scheme that allows systems to operate with both      A</a:t>
            </a:r>
            <a:r>
              <a:rPr lang="en-IN" sz="100" dirty="0"/>
              <a:t> </a:t>
            </a:r>
            <a:r>
              <a:rPr lang="en-IN" sz="2000" dirty="0"/>
              <a:t>S</a:t>
            </a:r>
            <a:r>
              <a:rPr lang="en-IN" sz="100" dirty="0"/>
              <a:t> </a:t>
            </a:r>
            <a:r>
              <a:rPr lang="en-IN" sz="2000" dirty="0"/>
              <a:t>C</a:t>
            </a:r>
            <a:r>
              <a:rPr lang="en-IN" sz="100" dirty="0"/>
              <a:t> </a:t>
            </a:r>
            <a:r>
              <a:rPr lang="en-IN" sz="2000" dirty="0"/>
              <a:t>I</a:t>
            </a:r>
            <a:r>
              <a:rPr lang="en-IN" sz="100" dirty="0"/>
              <a:t> </a:t>
            </a:r>
            <a:r>
              <a:rPr lang="en-IN" sz="2000" dirty="0" err="1"/>
              <a:t>I</a:t>
            </a:r>
            <a:r>
              <a:rPr lang="en-IN" sz="2000" dirty="0"/>
              <a:t> and Unicode efficiently.</a:t>
            </a:r>
          </a:p>
          <a:p>
            <a:pPr marL="432" indent="0">
              <a:buNone/>
            </a:pPr>
            <a:endParaRPr lang="en-IN" sz="2000" dirty="0">
              <a:solidFill>
                <a:srgbClr val="FF0000"/>
              </a:solidFill>
            </a:endParaRPr>
          </a:p>
          <a:p>
            <a:r>
              <a:rPr lang="en-IN" sz="2000" dirty="0">
                <a:solidFill>
                  <a:srgbClr val="FF0000"/>
                </a:solidFill>
              </a:rPr>
              <a:t>Most operating systems use A</a:t>
            </a:r>
            <a:r>
              <a:rPr lang="en-IN" sz="100" dirty="0">
                <a:solidFill>
                  <a:srgbClr val="FF0000"/>
                </a:solidFill>
              </a:rPr>
              <a:t> </a:t>
            </a:r>
            <a:r>
              <a:rPr lang="en-IN" sz="2000" dirty="0">
                <a:solidFill>
                  <a:srgbClr val="FF0000"/>
                </a:solidFill>
              </a:rPr>
              <a:t>S</a:t>
            </a:r>
            <a:r>
              <a:rPr lang="en-IN" sz="100" dirty="0">
                <a:solidFill>
                  <a:srgbClr val="FF0000"/>
                </a:solidFill>
              </a:rPr>
              <a:t> </a:t>
            </a:r>
            <a:r>
              <a:rPr lang="en-IN" sz="2000" dirty="0">
                <a:solidFill>
                  <a:srgbClr val="FF0000"/>
                </a:solidFill>
              </a:rPr>
              <a:t>C</a:t>
            </a:r>
            <a:r>
              <a:rPr lang="en-IN" sz="100" dirty="0">
                <a:solidFill>
                  <a:srgbClr val="FF0000"/>
                </a:solidFill>
              </a:rPr>
              <a:t> </a:t>
            </a:r>
            <a:r>
              <a:rPr lang="en-IN" sz="2000" dirty="0">
                <a:solidFill>
                  <a:srgbClr val="FF0000"/>
                </a:solidFill>
              </a:rPr>
              <a:t>I</a:t>
            </a:r>
            <a:r>
              <a:rPr lang="en-IN" sz="100" dirty="0">
                <a:solidFill>
                  <a:srgbClr val="FF0000"/>
                </a:solidFill>
              </a:rPr>
              <a:t> </a:t>
            </a:r>
            <a:r>
              <a:rPr lang="en-IN" sz="2000" dirty="0" err="1">
                <a:solidFill>
                  <a:srgbClr val="FF0000"/>
                </a:solidFill>
              </a:rPr>
              <a:t>I</a:t>
            </a:r>
            <a:r>
              <a:rPr lang="en-IN" sz="2000" dirty="0">
                <a:solidFill>
                  <a:srgbClr val="FF0000"/>
                </a:solidFill>
              </a:rPr>
              <a:t> i.e. in Unix/Linux with C/C++.</a:t>
            </a:r>
          </a:p>
          <a:p>
            <a:pPr marL="432" indent="0">
              <a:buNone/>
            </a:pPr>
            <a:endParaRPr lang="en-IN" sz="2000" dirty="0">
              <a:solidFill>
                <a:srgbClr val="FF0000"/>
              </a:solidFill>
            </a:endParaRPr>
          </a:p>
          <a:p>
            <a:r>
              <a:rPr lang="en-IN" sz="2000" dirty="0">
                <a:solidFill>
                  <a:srgbClr val="FF0000"/>
                </a:solidFill>
              </a:rPr>
              <a:t>Java uses Unicode. (platform independent) </a:t>
            </a:r>
          </a:p>
          <a:p>
            <a:pPr marL="432" indent="0">
              <a:buNone/>
            </a:pPr>
            <a:endParaRPr lang="en-IN" sz="2000" dirty="0"/>
          </a:p>
        </p:txBody>
      </p:sp>
    </p:spTree>
    <p:extLst>
      <p:ext uri="{BB962C8B-B14F-4D97-AF65-F5344CB8AC3E}">
        <p14:creationId xmlns:p14="http://schemas.microsoft.com/office/powerpoint/2010/main" val="9625546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078CA6-8F06-4C75-B53D-7DF89E0B840E}"/>
              </a:ext>
            </a:extLst>
          </p:cNvPr>
          <p:cNvSpPr>
            <a:spLocks noGrp="1"/>
          </p:cNvSpPr>
          <p:nvPr>
            <p:ph type="title"/>
          </p:nvPr>
        </p:nvSpPr>
        <p:spPr/>
        <p:txBody>
          <a:bodyPr/>
          <a:lstStyle/>
          <a:p>
            <a:r>
              <a:rPr lang="en-IN" dirty="0"/>
              <a:t>Characters and Strings in Binary I/O</a:t>
            </a:r>
          </a:p>
        </p:txBody>
      </p:sp>
      <p:sp>
        <p:nvSpPr>
          <p:cNvPr id="3" name="Content Placeholder 2">
            <a:extLst>
              <a:ext uri="{FF2B5EF4-FFF2-40B4-BE49-F238E27FC236}">
                <a16:creationId xmlns:a16="http://schemas.microsoft.com/office/drawing/2014/main" id="{9F4BC784-7684-4858-94D9-7C1F4EDE23F9}"/>
              </a:ext>
            </a:extLst>
          </p:cNvPr>
          <p:cNvSpPr>
            <a:spLocks noGrp="1"/>
          </p:cNvSpPr>
          <p:nvPr>
            <p:ph sz="quarter" idx="13"/>
          </p:nvPr>
        </p:nvSpPr>
        <p:spPr>
          <a:xfrm>
            <a:off x="457200" y="1554919"/>
            <a:ext cx="8308428" cy="4814349"/>
          </a:xfrm>
        </p:spPr>
        <p:txBody>
          <a:bodyPr/>
          <a:lstStyle/>
          <a:p>
            <a:pPr marL="432" indent="0">
              <a:buNone/>
            </a:pPr>
            <a:r>
              <a:rPr lang="en-IN" sz="2000" dirty="0"/>
              <a:t>Since most applications need only the A</a:t>
            </a:r>
            <a:r>
              <a:rPr lang="en-IN" sz="100" dirty="0"/>
              <a:t> </a:t>
            </a:r>
            <a:r>
              <a:rPr lang="en-IN" sz="2000" dirty="0"/>
              <a:t>S</a:t>
            </a:r>
            <a:r>
              <a:rPr lang="en-IN" sz="100" dirty="0"/>
              <a:t> </a:t>
            </a:r>
            <a:r>
              <a:rPr lang="en-IN" sz="2000" dirty="0"/>
              <a:t>C</a:t>
            </a:r>
            <a:r>
              <a:rPr lang="en-IN" sz="100" dirty="0"/>
              <a:t> </a:t>
            </a:r>
            <a:r>
              <a:rPr lang="en-IN" sz="2000" dirty="0"/>
              <a:t>I</a:t>
            </a:r>
            <a:r>
              <a:rPr lang="en-IN" sz="100" dirty="0"/>
              <a:t> </a:t>
            </a:r>
            <a:r>
              <a:rPr lang="en-IN" sz="2000" dirty="0" err="1"/>
              <a:t>I</a:t>
            </a:r>
            <a:r>
              <a:rPr lang="en-IN" sz="2000" dirty="0"/>
              <a:t> character set, it is a waste to represent an 8-bit A</a:t>
            </a:r>
            <a:r>
              <a:rPr lang="en-IN" sz="100" dirty="0"/>
              <a:t> </a:t>
            </a:r>
            <a:r>
              <a:rPr lang="en-IN" sz="2000" dirty="0"/>
              <a:t>S</a:t>
            </a:r>
            <a:r>
              <a:rPr lang="en-IN" sz="100" dirty="0"/>
              <a:t> </a:t>
            </a:r>
            <a:r>
              <a:rPr lang="en-IN" sz="2000" dirty="0"/>
              <a:t>C</a:t>
            </a:r>
            <a:r>
              <a:rPr lang="en-IN" sz="100" dirty="0"/>
              <a:t> </a:t>
            </a:r>
            <a:r>
              <a:rPr lang="en-IN" sz="2000" dirty="0"/>
              <a:t>I</a:t>
            </a:r>
            <a:r>
              <a:rPr lang="en-IN" sz="100" dirty="0"/>
              <a:t> </a:t>
            </a:r>
            <a:r>
              <a:rPr lang="en-IN" sz="2000" dirty="0" err="1"/>
              <a:t>I</a:t>
            </a:r>
            <a:r>
              <a:rPr lang="en-IN" sz="2000" dirty="0"/>
              <a:t> character as a 16-bit Unicode character. </a:t>
            </a:r>
          </a:p>
          <a:p>
            <a:pPr marL="432" indent="0">
              <a:buNone/>
            </a:pPr>
            <a:r>
              <a:rPr lang="en-IN" sz="2000" dirty="0"/>
              <a:t>The U</a:t>
            </a:r>
            <a:r>
              <a:rPr lang="en-IN" sz="100" dirty="0"/>
              <a:t> </a:t>
            </a:r>
            <a:r>
              <a:rPr lang="en-IN" sz="2000" dirty="0"/>
              <a:t>T</a:t>
            </a:r>
            <a:r>
              <a:rPr lang="en-IN" sz="100" dirty="0"/>
              <a:t> </a:t>
            </a:r>
            <a:r>
              <a:rPr lang="en-IN" sz="2000" dirty="0"/>
              <a:t>F-8 is an alternative scheme that stores a character using 1, 2, or </a:t>
            </a:r>
            <a:r>
              <a:rPr lang="en-IN" sz="2000" dirty="0">
                <a:solidFill>
                  <a:srgbClr val="FF0000"/>
                </a:solidFill>
              </a:rPr>
              <a:t>3 bytes</a:t>
            </a:r>
            <a:r>
              <a:rPr lang="en-IN" sz="2000" dirty="0"/>
              <a:t>.</a:t>
            </a:r>
          </a:p>
          <a:p>
            <a:pPr marL="432" indent="0">
              <a:buNone/>
            </a:pPr>
            <a:r>
              <a:rPr lang="en-IN" sz="2000" dirty="0"/>
              <a:t>A</a:t>
            </a:r>
            <a:r>
              <a:rPr lang="en-IN" sz="100" dirty="0"/>
              <a:t> </a:t>
            </a:r>
            <a:r>
              <a:rPr lang="en-IN" sz="2000" dirty="0"/>
              <a:t>S</a:t>
            </a:r>
            <a:r>
              <a:rPr lang="en-IN" sz="100" dirty="0"/>
              <a:t> </a:t>
            </a:r>
            <a:r>
              <a:rPr lang="en-IN" sz="2000" dirty="0"/>
              <a:t>C</a:t>
            </a:r>
            <a:r>
              <a:rPr lang="en-IN" sz="100" dirty="0"/>
              <a:t> </a:t>
            </a:r>
            <a:r>
              <a:rPr lang="en-IN" sz="2000" dirty="0"/>
              <a:t>I</a:t>
            </a:r>
            <a:r>
              <a:rPr lang="en-IN" sz="100" dirty="0"/>
              <a:t> </a:t>
            </a:r>
            <a:r>
              <a:rPr lang="en-IN" sz="2000" dirty="0" err="1"/>
              <a:t>I</a:t>
            </a:r>
            <a:r>
              <a:rPr lang="en-IN" sz="2000" dirty="0"/>
              <a:t> values (less than 0x7F) are coded in one byte. Unicode values less than 0x7FF are coded in two bytes. Other Unicode values are coded in three bytes.</a:t>
            </a:r>
          </a:p>
          <a:p>
            <a:pPr marL="432" indent="0">
              <a:buNone/>
            </a:pPr>
            <a:r>
              <a:rPr lang="en-IN" sz="2000" dirty="0"/>
              <a:t>0x7F=[0111 1111] = 127 &gt; values </a:t>
            </a:r>
            <a:r>
              <a:rPr lang="en-IN" sz="2000" dirty="0">
                <a:solidFill>
                  <a:srgbClr val="FF0000"/>
                </a:solidFill>
              </a:rPr>
              <a:t>(1 byte)</a:t>
            </a:r>
          </a:p>
          <a:p>
            <a:pPr marL="432" indent="0">
              <a:buNone/>
            </a:pPr>
            <a:r>
              <a:rPr lang="en-IN" sz="2000" dirty="0"/>
              <a:t>0x7FF = 01 11111 11111 = 2047 &gt; value &gt; 127 = </a:t>
            </a:r>
            <a:r>
              <a:rPr lang="en-IN" sz="2000" dirty="0">
                <a:solidFill>
                  <a:srgbClr val="FF0000"/>
                </a:solidFill>
              </a:rPr>
              <a:t>(2 byte)</a:t>
            </a:r>
            <a:endParaRPr lang="en-IN" sz="2000" dirty="0"/>
          </a:p>
          <a:p>
            <a:pPr marL="432" indent="0">
              <a:buNone/>
            </a:pPr>
            <a:endParaRPr lang="en-IN" sz="2000" dirty="0"/>
          </a:p>
        </p:txBody>
      </p:sp>
    </p:spTree>
    <p:extLst>
      <p:ext uri="{BB962C8B-B14F-4D97-AF65-F5344CB8AC3E}">
        <p14:creationId xmlns:p14="http://schemas.microsoft.com/office/powerpoint/2010/main" val="14118933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21E302-D4D3-4A61-8441-CC98DDD51C59}"/>
              </a:ext>
            </a:extLst>
          </p:cNvPr>
          <p:cNvSpPr>
            <a:spLocks noGrp="1"/>
          </p:cNvSpPr>
          <p:nvPr>
            <p:ph type="title"/>
          </p:nvPr>
        </p:nvSpPr>
        <p:spPr/>
        <p:txBody>
          <a:bodyPr/>
          <a:lstStyle/>
          <a:p>
            <a:r>
              <a:rPr lang="en-IN" dirty="0"/>
              <a:t>Concept of Pipe Line</a:t>
            </a:r>
          </a:p>
        </p:txBody>
      </p:sp>
      <p:pic>
        <p:nvPicPr>
          <p:cNvPr id="7" name="Content Placeholder 6" descr="An object shows the Concept of pipe line.   For long description in Notes pane, press F6.">
            <a:extLst>
              <a:ext uri="{FF2B5EF4-FFF2-40B4-BE49-F238E27FC236}">
                <a16:creationId xmlns:a16="http://schemas.microsoft.com/office/drawing/2014/main" id="{C4F81C56-D2DB-468C-B4EF-7CCA266CC1BC}"/>
              </a:ext>
            </a:extLst>
          </p:cNvPr>
          <p:cNvPicPr>
            <a:picLocks noGrp="1" noChangeAspect="1"/>
          </p:cNvPicPr>
          <p:nvPr>
            <p:ph sz="quarter" idx="13"/>
          </p:nvPr>
        </p:nvPicPr>
        <p:blipFill>
          <a:blip r:embed="rId3"/>
          <a:stretch>
            <a:fillRect/>
          </a:stretch>
        </p:blipFill>
        <p:spPr>
          <a:xfrm>
            <a:off x="457200" y="2314128"/>
            <a:ext cx="8232775" cy="3144145"/>
          </a:xfrm>
          <a:prstGeom prst="rect">
            <a:avLst/>
          </a:prstGeom>
        </p:spPr>
      </p:pic>
    </p:spTree>
    <p:extLst>
      <p:ext uri="{BB962C8B-B14F-4D97-AF65-F5344CB8AC3E}">
        <p14:creationId xmlns:p14="http://schemas.microsoft.com/office/powerpoint/2010/main" val="129561807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CA7AB1-9995-4681-B89A-3C4FCA8D87F3}"/>
              </a:ext>
            </a:extLst>
          </p:cNvPr>
          <p:cNvSpPr>
            <a:spLocks noGrp="1"/>
          </p:cNvSpPr>
          <p:nvPr>
            <p:ph type="title"/>
          </p:nvPr>
        </p:nvSpPr>
        <p:spPr/>
        <p:txBody>
          <a:bodyPr/>
          <a:lstStyle/>
          <a:p>
            <a:r>
              <a:rPr lang="en-IN" dirty="0"/>
              <a:t>Order and Format</a:t>
            </a:r>
          </a:p>
        </p:txBody>
      </p:sp>
      <p:sp>
        <p:nvSpPr>
          <p:cNvPr id="3" name="Content Placeholder 2">
            <a:extLst>
              <a:ext uri="{FF2B5EF4-FFF2-40B4-BE49-F238E27FC236}">
                <a16:creationId xmlns:a16="http://schemas.microsoft.com/office/drawing/2014/main" id="{0983EFD6-B902-4DCC-813C-E37F49E3F4D9}"/>
              </a:ext>
            </a:extLst>
          </p:cNvPr>
          <p:cNvSpPr>
            <a:spLocks noGrp="1"/>
          </p:cNvSpPr>
          <p:nvPr>
            <p:ph sz="quarter" idx="13"/>
          </p:nvPr>
        </p:nvSpPr>
        <p:spPr>
          <a:xfrm>
            <a:off x="457200" y="1554920"/>
            <a:ext cx="8505825" cy="4663335"/>
          </a:xfrm>
        </p:spPr>
        <p:txBody>
          <a:bodyPr/>
          <a:lstStyle/>
          <a:p>
            <a:pPr marL="432" indent="0">
              <a:buNone/>
            </a:pPr>
            <a:r>
              <a:rPr lang="en-IN" dirty="0">
                <a:solidFill>
                  <a:srgbClr val="FF0000"/>
                </a:solidFill>
              </a:rPr>
              <a:t>CAUTION: </a:t>
            </a:r>
            <a:r>
              <a:rPr lang="en-IN" dirty="0"/>
              <a:t>You have to read the data in the same order and same format in which they are stored.</a:t>
            </a:r>
            <a:endParaRPr lang="en-IN" dirty="0">
              <a:solidFill>
                <a:srgbClr val="FF0000"/>
              </a:solidFill>
            </a:endParaRPr>
          </a:p>
          <a:p>
            <a:pPr marL="432" indent="0">
              <a:buNone/>
            </a:pPr>
            <a:r>
              <a:rPr lang="en-IN" dirty="0">
                <a:solidFill>
                  <a:srgbClr val="FF0000"/>
                </a:solidFill>
              </a:rPr>
              <a:t>Checking End of File:</a:t>
            </a:r>
          </a:p>
          <a:p>
            <a:pPr marL="432" indent="0">
              <a:buNone/>
            </a:pPr>
            <a:r>
              <a:rPr lang="en-IN" dirty="0"/>
              <a:t>TIP: If you keep reading data at the end of a stream, an </a:t>
            </a:r>
            <a:r>
              <a:rPr lang="en-IN" u="sng" dirty="0"/>
              <a:t>EOFException</a:t>
            </a:r>
            <a:r>
              <a:rPr lang="en-IN" dirty="0"/>
              <a:t> would occur.</a:t>
            </a:r>
          </a:p>
          <a:p>
            <a:pPr marL="432" indent="0">
              <a:buNone/>
            </a:pPr>
            <a:r>
              <a:rPr lang="en-IN" dirty="0"/>
              <a:t>So how do you check the end of a file? You can use </a:t>
            </a:r>
            <a:r>
              <a:rPr lang="en-IN" u="sng" dirty="0"/>
              <a:t>input.available()</a:t>
            </a:r>
            <a:r>
              <a:rPr lang="en-IN" dirty="0"/>
              <a:t> to check it. </a:t>
            </a:r>
            <a:r>
              <a:rPr lang="en-IN" u="sng" dirty="0">
                <a:solidFill>
                  <a:srgbClr val="FF0000"/>
                </a:solidFill>
              </a:rPr>
              <a:t>input.available() == 0</a:t>
            </a:r>
            <a:r>
              <a:rPr lang="en-IN" dirty="0">
                <a:solidFill>
                  <a:srgbClr val="FF0000"/>
                </a:solidFill>
              </a:rPr>
              <a:t> indicates that it is the end of a file.</a:t>
            </a:r>
          </a:p>
          <a:p>
            <a:pPr marL="432" indent="0">
              <a:buNone/>
            </a:pPr>
            <a:r>
              <a:rPr lang="en-IN" dirty="0">
                <a:solidFill>
                  <a:srgbClr val="FF0000"/>
                </a:solidFill>
              </a:rPr>
              <a:t>(</a:t>
            </a:r>
            <a:r>
              <a:rPr lang="en-IN" i="1" dirty="0">
                <a:solidFill>
                  <a:srgbClr val="FF0000"/>
                </a:solidFill>
              </a:rPr>
              <a:t>-1 also possible)</a:t>
            </a:r>
          </a:p>
        </p:txBody>
      </p:sp>
    </p:spTree>
    <p:extLst>
      <p:ext uri="{BB962C8B-B14F-4D97-AF65-F5344CB8AC3E}">
        <p14:creationId xmlns:p14="http://schemas.microsoft.com/office/powerpoint/2010/main" val="32698469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BFE6AB-88B4-4145-BD15-02E1BBCE96EC}"/>
              </a:ext>
            </a:extLst>
          </p:cNvPr>
          <p:cNvSpPr>
            <a:spLocks noGrp="1"/>
          </p:cNvSpPr>
          <p:nvPr>
            <p:ph type="title"/>
          </p:nvPr>
        </p:nvSpPr>
        <p:spPr>
          <a:xfrm>
            <a:off x="457200" y="215371"/>
            <a:ext cx="6296025" cy="1097279"/>
          </a:xfrm>
        </p:spPr>
        <p:txBody>
          <a:bodyPr/>
          <a:lstStyle/>
          <a:p>
            <a:r>
              <a:rPr lang="en-IN" sz="3200" dirty="0"/>
              <a:t>BufferedInputStream/BufferedOutputStream</a:t>
            </a:r>
          </a:p>
        </p:txBody>
      </p:sp>
      <p:pic>
        <p:nvPicPr>
          <p:cNvPr id="8" name="Content Placeholder 7" descr="An object shows the Buffered Input Stream or Buffered Output Stream. For long description in Notes pane, press F6.">
            <a:extLst>
              <a:ext uri="{FF2B5EF4-FFF2-40B4-BE49-F238E27FC236}">
                <a16:creationId xmlns:a16="http://schemas.microsoft.com/office/drawing/2014/main" id="{972C0FC2-33EA-4B41-A375-117920B7B237}"/>
              </a:ext>
            </a:extLst>
          </p:cNvPr>
          <p:cNvPicPr>
            <a:picLocks noGrp="1" noChangeAspect="1"/>
          </p:cNvPicPr>
          <p:nvPr>
            <p:ph sz="quarter" idx="13"/>
          </p:nvPr>
        </p:nvPicPr>
        <p:blipFill>
          <a:blip r:embed="rId3"/>
          <a:stretch>
            <a:fillRect/>
          </a:stretch>
        </p:blipFill>
        <p:spPr>
          <a:xfrm>
            <a:off x="684312" y="1484588"/>
            <a:ext cx="7775375" cy="3479880"/>
          </a:xfrm>
          <a:prstGeom prst="rect">
            <a:avLst/>
          </a:prstGeom>
        </p:spPr>
      </p:pic>
      <p:sp>
        <p:nvSpPr>
          <p:cNvPr id="4" name="Content Placeholder 3">
            <a:extLst>
              <a:ext uri="{FF2B5EF4-FFF2-40B4-BE49-F238E27FC236}">
                <a16:creationId xmlns:a16="http://schemas.microsoft.com/office/drawing/2014/main" id="{63819FAC-6973-4304-B552-C4FAFABCB489}"/>
              </a:ext>
            </a:extLst>
          </p:cNvPr>
          <p:cNvSpPr>
            <a:spLocks noGrp="1"/>
          </p:cNvSpPr>
          <p:nvPr>
            <p:ph sz="quarter" idx="14"/>
          </p:nvPr>
        </p:nvSpPr>
        <p:spPr>
          <a:xfrm>
            <a:off x="457200" y="5136406"/>
            <a:ext cx="8229600" cy="1097280"/>
          </a:xfrm>
        </p:spPr>
        <p:txBody>
          <a:bodyPr/>
          <a:lstStyle/>
          <a:p>
            <a:pPr marL="432" indent="0">
              <a:buNone/>
            </a:pPr>
            <a:r>
              <a:rPr lang="en-IN" sz="2000" u="sng" dirty="0"/>
              <a:t>BufferedInputStream/BufferedOutputStream</a:t>
            </a:r>
            <a:r>
              <a:rPr lang="en-IN" sz="2000" dirty="0"/>
              <a:t> does not contain new methods. All the methods </a:t>
            </a:r>
            <a:r>
              <a:rPr lang="en-IN" sz="2000" u="sng" dirty="0"/>
              <a:t>BufferedInputStream/BufferedOutputStream</a:t>
            </a:r>
            <a:r>
              <a:rPr lang="en-IN" sz="2000" dirty="0"/>
              <a:t> are inherited from the </a:t>
            </a:r>
            <a:r>
              <a:rPr lang="en-IN" sz="2000" u="sng" dirty="0"/>
              <a:t>InputStream/OutputStream</a:t>
            </a:r>
            <a:r>
              <a:rPr lang="en-IN" sz="2000" dirty="0"/>
              <a:t> classes.</a:t>
            </a:r>
          </a:p>
        </p:txBody>
      </p:sp>
    </p:spTree>
    <p:extLst>
      <p:ext uri="{BB962C8B-B14F-4D97-AF65-F5344CB8AC3E}">
        <p14:creationId xmlns:p14="http://schemas.microsoft.com/office/powerpoint/2010/main" val="327943085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D81727E1-CB75-40B7-8752-5F550D315AA8}"/>
              </a:ext>
            </a:extLst>
          </p:cNvPr>
          <p:cNvSpPr>
            <a:spLocks noGrp="1"/>
          </p:cNvSpPr>
          <p:nvPr>
            <p:ph type="title"/>
          </p:nvPr>
        </p:nvSpPr>
        <p:spPr/>
        <p:txBody>
          <a:bodyPr/>
          <a:lstStyle/>
          <a:p>
            <a:r>
              <a:rPr lang="en-IN" sz="3000" dirty="0"/>
              <a:t>Constructing BufferedInputStream/BufferedOutputStream</a:t>
            </a:r>
          </a:p>
        </p:txBody>
      </p:sp>
      <p:sp>
        <p:nvSpPr>
          <p:cNvPr id="5" name="Content Placeholder 4">
            <a:extLst>
              <a:ext uri="{FF2B5EF4-FFF2-40B4-BE49-F238E27FC236}">
                <a16:creationId xmlns:a16="http://schemas.microsoft.com/office/drawing/2014/main" id="{AFB3BF9C-4D44-4235-9036-4FED9D022992}"/>
              </a:ext>
            </a:extLst>
          </p:cNvPr>
          <p:cNvSpPr>
            <a:spLocks noGrp="1"/>
          </p:cNvSpPr>
          <p:nvPr>
            <p:ph sz="quarter" idx="13"/>
          </p:nvPr>
        </p:nvSpPr>
        <p:spPr>
          <a:xfrm>
            <a:off x="457200" y="1556326"/>
            <a:ext cx="8229600" cy="2794957"/>
          </a:xfrm>
        </p:spPr>
        <p:txBody>
          <a:bodyPr/>
          <a:lstStyle/>
          <a:p>
            <a:pPr marL="432" indent="0">
              <a:spcBef>
                <a:spcPts val="600"/>
              </a:spcBef>
              <a:buNone/>
            </a:pPr>
            <a:r>
              <a:rPr lang="en-IN" sz="2000" dirty="0"/>
              <a:t>// Create a BufferedInputStream</a:t>
            </a:r>
          </a:p>
          <a:p>
            <a:pPr marL="432" indent="0">
              <a:spcBef>
                <a:spcPts val="600"/>
              </a:spcBef>
              <a:buNone/>
            </a:pPr>
            <a:r>
              <a:rPr lang="en-IN" sz="2000" dirty="0"/>
              <a:t>public BufferedInputStream(InputStream in)</a:t>
            </a:r>
          </a:p>
          <a:p>
            <a:pPr marL="432" indent="0">
              <a:spcBef>
                <a:spcPts val="600"/>
              </a:spcBef>
              <a:buNone/>
            </a:pPr>
            <a:r>
              <a:rPr lang="en-IN" sz="2000" dirty="0"/>
              <a:t>public BufferedInputStream(InputStream in, int bufferSize)</a:t>
            </a:r>
          </a:p>
          <a:p>
            <a:pPr marL="432" indent="0">
              <a:spcBef>
                <a:spcPts val="600"/>
              </a:spcBef>
              <a:buNone/>
            </a:pPr>
            <a:endParaRPr lang="en-IN" sz="2000" dirty="0"/>
          </a:p>
          <a:p>
            <a:pPr marL="432" indent="0">
              <a:spcBef>
                <a:spcPts val="600"/>
              </a:spcBef>
              <a:buNone/>
            </a:pPr>
            <a:r>
              <a:rPr lang="en-IN" sz="2000" dirty="0"/>
              <a:t>// Create a BufferedOutputStream</a:t>
            </a:r>
          </a:p>
          <a:p>
            <a:pPr marL="432" indent="0">
              <a:spcBef>
                <a:spcPts val="600"/>
              </a:spcBef>
              <a:buNone/>
            </a:pPr>
            <a:r>
              <a:rPr lang="en-IN" sz="2000" dirty="0"/>
              <a:t>public BufferedOutputStream(OutputStream out)</a:t>
            </a:r>
          </a:p>
          <a:p>
            <a:pPr marL="432" indent="0">
              <a:spcBef>
                <a:spcPts val="600"/>
              </a:spcBef>
              <a:buNone/>
            </a:pPr>
            <a:r>
              <a:rPr lang="en-IN" sz="2000" dirty="0"/>
              <a:t>public BufferedOutputStream(OutputStreamr out, int bufferSize)</a:t>
            </a:r>
          </a:p>
        </p:txBody>
      </p:sp>
      <p:pic>
        <p:nvPicPr>
          <p:cNvPr id="7" name="Content Placeholder 6" descr="An object shows the Buffered Input Stream or Buffered Output Stream. For long description in Notes pane, press F6.">
            <a:extLst>
              <a:ext uri="{FF2B5EF4-FFF2-40B4-BE49-F238E27FC236}">
                <a16:creationId xmlns:a16="http://schemas.microsoft.com/office/drawing/2014/main" id="{39B613DD-02C4-477B-8A93-637D3DAB7385}"/>
              </a:ext>
            </a:extLst>
          </p:cNvPr>
          <p:cNvPicPr>
            <a:picLocks noGrp="1" noChangeAspect="1"/>
          </p:cNvPicPr>
          <p:nvPr>
            <p:ph sz="quarter" idx="14"/>
          </p:nvPr>
        </p:nvPicPr>
        <p:blipFill>
          <a:blip r:embed="rId3"/>
          <a:stretch>
            <a:fillRect/>
          </a:stretch>
        </p:blipFill>
        <p:spPr>
          <a:xfrm>
            <a:off x="457200" y="4594959"/>
            <a:ext cx="8229600" cy="1335936"/>
          </a:xfrm>
          <a:prstGeom prst="rect">
            <a:avLst/>
          </a:prstGeom>
        </p:spPr>
      </p:pic>
    </p:spTree>
    <p:extLst>
      <p:ext uri="{BB962C8B-B14F-4D97-AF65-F5344CB8AC3E}">
        <p14:creationId xmlns:p14="http://schemas.microsoft.com/office/powerpoint/2010/main" val="41783385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4" end="4"/>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
                                            <p:txEl>
                                              <p:pRg st="5" end="5"/>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5">
                                            <p:txEl>
                                              <p:pRg st="6" end="6"/>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DC1535-E1E6-4F32-A16A-EF0634B078D3}"/>
              </a:ext>
            </a:extLst>
          </p:cNvPr>
          <p:cNvSpPr>
            <a:spLocks noGrp="1"/>
          </p:cNvSpPr>
          <p:nvPr>
            <p:ph type="title"/>
          </p:nvPr>
        </p:nvSpPr>
        <p:spPr/>
        <p:txBody>
          <a:bodyPr/>
          <a:lstStyle/>
          <a:p>
            <a:r>
              <a:rPr lang="en-IN" dirty="0"/>
              <a:t>Case Studies: Copy File</a:t>
            </a:r>
          </a:p>
        </p:txBody>
      </p:sp>
      <p:sp>
        <p:nvSpPr>
          <p:cNvPr id="3" name="Content Placeholder 2">
            <a:extLst>
              <a:ext uri="{FF2B5EF4-FFF2-40B4-BE49-F238E27FC236}">
                <a16:creationId xmlns:a16="http://schemas.microsoft.com/office/drawing/2014/main" id="{B7ABCDA5-3E2C-4417-B10C-6116BD444321}"/>
              </a:ext>
            </a:extLst>
          </p:cNvPr>
          <p:cNvSpPr>
            <a:spLocks noGrp="1"/>
          </p:cNvSpPr>
          <p:nvPr>
            <p:ph sz="quarter" idx="13"/>
          </p:nvPr>
        </p:nvSpPr>
        <p:spPr>
          <a:xfrm>
            <a:off x="457200" y="1552576"/>
            <a:ext cx="8229600" cy="954141"/>
          </a:xfrm>
        </p:spPr>
        <p:txBody>
          <a:bodyPr/>
          <a:lstStyle/>
          <a:p>
            <a:pPr marL="432" indent="0">
              <a:buNone/>
            </a:pPr>
            <a:r>
              <a:rPr lang="en-IN" sz="1800" dirty="0"/>
              <a:t>This case study develops a program that copies files.</a:t>
            </a:r>
          </a:p>
          <a:p>
            <a:pPr marL="432" indent="0">
              <a:buNone/>
            </a:pPr>
            <a:r>
              <a:rPr lang="en-IN" sz="1800" dirty="0"/>
              <a:t>The user needs to provide a </a:t>
            </a:r>
            <a:r>
              <a:rPr lang="en-IN" sz="1800" dirty="0">
                <a:solidFill>
                  <a:srgbClr val="FF0000"/>
                </a:solidFill>
              </a:rPr>
              <a:t>source file </a:t>
            </a:r>
            <a:r>
              <a:rPr lang="en-IN" sz="1800" dirty="0"/>
              <a:t>and a </a:t>
            </a:r>
            <a:r>
              <a:rPr lang="en-IN" sz="1800" dirty="0">
                <a:solidFill>
                  <a:srgbClr val="FF0000"/>
                </a:solidFill>
              </a:rPr>
              <a:t>target file </a:t>
            </a:r>
            <a:r>
              <a:rPr lang="en-IN" sz="1800" dirty="0"/>
              <a:t>as command-line arguments using the following command:</a:t>
            </a:r>
          </a:p>
        </p:txBody>
      </p:sp>
      <p:sp>
        <p:nvSpPr>
          <p:cNvPr id="4" name="Content Placeholder 3">
            <a:extLst>
              <a:ext uri="{FF2B5EF4-FFF2-40B4-BE49-F238E27FC236}">
                <a16:creationId xmlns:a16="http://schemas.microsoft.com/office/drawing/2014/main" id="{4314C5AF-5E81-4413-82F7-B4F896D698D4}"/>
              </a:ext>
            </a:extLst>
          </p:cNvPr>
          <p:cNvSpPr>
            <a:spLocks noGrp="1"/>
          </p:cNvSpPr>
          <p:nvPr>
            <p:ph sz="quarter" idx="14"/>
          </p:nvPr>
        </p:nvSpPr>
        <p:spPr>
          <a:xfrm>
            <a:off x="1513489" y="3504739"/>
            <a:ext cx="2855937" cy="521425"/>
          </a:xfrm>
        </p:spPr>
        <p:txBody>
          <a:bodyPr/>
          <a:lstStyle/>
          <a:p>
            <a:pPr marL="432" indent="0">
              <a:buNone/>
            </a:pPr>
            <a:r>
              <a:rPr lang="en-IN" sz="1800" b="1" dirty="0"/>
              <a:t>java Copy source target</a:t>
            </a:r>
          </a:p>
        </p:txBody>
      </p:sp>
      <p:pic>
        <p:nvPicPr>
          <p:cNvPr id="16" name="Content Placeholder 15" descr="The computer code shows the Case Studies for Copy a File. For long description in Notes pane, press F6.">
            <a:extLst>
              <a:ext uri="{FF2B5EF4-FFF2-40B4-BE49-F238E27FC236}">
                <a16:creationId xmlns:a16="http://schemas.microsoft.com/office/drawing/2014/main" id="{9994EA39-1648-40EB-ACFC-5F034EE20C92}"/>
              </a:ext>
            </a:extLst>
          </p:cNvPr>
          <p:cNvPicPr>
            <a:picLocks noGrp="1" noChangeAspect="1"/>
          </p:cNvPicPr>
          <p:nvPr>
            <p:ph sz="quarter" idx="15"/>
          </p:nvPr>
        </p:nvPicPr>
        <p:blipFill>
          <a:blip r:embed="rId3"/>
          <a:stretch>
            <a:fillRect/>
          </a:stretch>
        </p:blipFill>
        <p:spPr>
          <a:xfrm>
            <a:off x="4774574" y="2978065"/>
            <a:ext cx="3409615" cy="1712913"/>
          </a:xfrm>
          <a:prstGeom prst="rect">
            <a:avLst/>
          </a:prstGeom>
        </p:spPr>
      </p:pic>
      <p:sp>
        <p:nvSpPr>
          <p:cNvPr id="10" name="Text Placeholder 9">
            <a:extLst>
              <a:ext uri="{FF2B5EF4-FFF2-40B4-BE49-F238E27FC236}">
                <a16:creationId xmlns:a16="http://schemas.microsoft.com/office/drawing/2014/main" id="{06AAB893-7EA0-4281-80F6-34CE61FDF617}"/>
              </a:ext>
            </a:extLst>
          </p:cNvPr>
          <p:cNvSpPr>
            <a:spLocks noGrp="1"/>
          </p:cNvSpPr>
          <p:nvPr>
            <p:ph type="body" sz="quarter" idx="20"/>
          </p:nvPr>
        </p:nvSpPr>
        <p:spPr>
          <a:xfrm>
            <a:off x="7677807" y="5730356"/>
            <a:ext cx="1008993" cy="506932"/>
          </a:xfrm>
        </p:spPr>
        <p:txBody>
          <a:bodyPr/>
          <a:lstStyle/>
          <a:p>
            <a:pPr marL="432" indent="0">
              <a:buNone/>
            </a:pPr>
            <a:r>
              <a:rPr lang="en-IN" dirty="0">
                <a:hlinkClick r:id="rId4" tooltip="https://liveexample.pearsoncmg.com/html/Copy.html"/>
              </a:rPr>
              <a:t>Copy</a:t>
            </a:r>
            <a:endParaRPr lang="en-IN" dirty="0">
              <a:hlinkClick r:id="rId4"/>
            </a:endParaRPr>
          </a:p>
        </p:txBody>
      </p:sp>
    </p:spTree>
    <p:extLst>
      <p:ext uri="{BB962C8B-B14F-4D97-AF65-F5344CB8AC3E}">
        <p14:creationId xmlns:p14="http://schemas.microsoft.com/office/powerpoint/2010/main" val="14636011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DC1535-E1E6-4F32-A16A-EF0634B078D3}"/>
              </a:ext>
            </a:extLst>
          </p:cNvPr>
          <p:cNvSpPr>
            <a:spLocks noGrp="1"/>
          </p:cNvSpPr>
          <p:nvPr>
            <p:ph type="title"/>
          </p:nvPr>
        </p:nvSpPr>
        <p:spPr/>
        <p:txBody>
          <a:bodyPr/>
          <a:lstStyle/>
          <a:p>
            <a:r>
              <a:rPr lang="en-IN" dirty="0"/>
              <a:t>Case Studies: Copy File</a:t>
            </a:r>
          </a:p>
        </p:txBody>
      </p:sp>
      <p:sp>
        <p:nvSpPr>
          <p:cNvPr id="4" name="Content Placeholder 3">
            <a:extLst>
              <a:ext uri="{FF2B5EF4-FFF2-40B4-BE49-F238E27FC236}">
                <a16:creationId xmlns:a16="http://schemas.microsoft.com/office/drawing/2014/main" id="{4314C5AF-5E81-4413-82F7-B4F896D698D4}"/>
              </a:ext>
            </a:extLst>
          </p:cNvPr>
          <p:cNvSpPr>
            <a:spLocks noGrp="1"/>
          </p:cNvSpPr>
          <p:nvPr>
            <p:ph sz="quarter" idx="14"/>
          </p:nvPr>
        </p:nvSpPr>
        <p:spPr>
          <a:xfrm>
            <a:off x="1513489" y="2207719"/>
            <a:ext cx="2855937" cy="521425"/>
          </a:xfrm>
        </p:spPr>
        <p:txBody>
          <a:bodyPr/>
          <a:lstStyle/>
          <a:p>
            <a:pPr marL="432" indent="0">
              <a:buNone/>
            </a:pPr>
            <a:r>
              <a:rPr lang="en-IN" sz="1800" b="1" dirty="0"/>
              <a:t>java Copy </a:t>
            </a:r>
            <a:r>
              <a:rPr lang="en-IN" sz="1800" b="1" dirty="0">
                <a:solidFill>
                  <a:srgbClr val="FF0000"/>
                </a:solidFill>
              </a:rPr>
              <a:t>source</a:t>
            </a:r>
            <a:r>
              <a:rPr lang="en-IN" sz="1800" b="1" dirty="0"/>
              <a:t> </a:t>
            </a:r>
            <a:r>
              <a:rPr lang="en-IN" sz="1800" b="1" dirty="0">
                <a:solidFill>
                  <a:srgbClr val="FF0000"/>
                </a:solidFill>
              </a:rPr>
              <a:t>target</a:t>
            </a:r>
          </a:p>
        </p:txBody>
      </p:sp>
      <p:pic>
        <p:nvPicPr>
          <p:cNvPr id="16" name="Content Placeholder 15" descr="The computer code shows the Case Studies for Copy a File. For long description in Notes pane, press F6.">
            <a:extLst>
              <a:ext uri="{FF2B5EF4-FFF2-40B4-BE49-F238E27FC236}">
                <a16:creationId xmlns:a16="http://schemas.microsoft.com/office/drawing/2014/main" id="{9994EA39-1648-40EB-ACFC-5F034EE20C92}"/>
              </a:ext>
            </a:extLst>
          </p:cNvPr>
          <p:cNvPicPr>
            <a:picLocks noGrp="1" noChangeAspect="1"/>
          </p:cNvPicPr>
          <p:nvPr>
            <p:ph sz="quarter" idx="15"/>
          </p:nvPr>
        </p:nvPicPr>
        <p:blipFill>
          <a:blip r:embed="rId3"/>
          <a:stretch>
            <a:fillRect/>
          </a:stretch>
        </p:blipFill>
        <p:spPr>
          <a:xfrm>
            <a:off x="4774574" y="1681045"/>
            <a:ext cx="3409615" cy="1712913"/>
          </a:xfrm>
          <a:prstGeom prst="rect">
            <a:avLst/>
          </a:prstGeom>
        </p:spPr>
      </p:pic>
      <p:sp>
        <p:nvSpPr>
          <p:cNvPr id="6" name="Content Placeholder 5">
            <a:extLst>
              <a:ext uri="{FF2B5EF4-FFF2-40B4-BE49-F238E27FC236}">
                <a16:creationId xmlns:a16="http://schemas.microsoft.com/office/drawing/2014/main" id="{2D64C5D9-BAB5-4A02-829D-F09E719DA7D7}"/>
              </a:ext>
            </a:extLst>
          </p:cNvPr>
          <p:cNvSpPr>
            <a:spLocks noGrp="1"/>
          </p:cNvSpPr>
          <p:nvPr>
            <p:ph sz="quarter" idx="16"/>
          </p:nvPr>
        </p:nvSpPr>
        <p:spPr>
          <a:xfrm>
            <a:off x="411804" y="3909922"/>
            <a:ext cx="8229600" cy="967772"/>
          </a:xfrm>
        </p:spPr>
        <p:txBody>
          <a:bodyPr/>
          <a:lstStyle/>
          <a:p>
            <a:pPr marL="432" indent="0">
              <a:buNone/>
            </a:pPr>
            <a:r>
              <a:rPr lang="en-IN" sz="1800" dirty="0"/>
              <a:t>The program copies a </a:t>
            </a:r>
            <a:r>
              <a:rPr lang="en-IN" sz="1800" dirty="0">
                <a:solidFill>
                  <a:srgbClr val="FF0000"/>
                </a:solidFill>
              </a:rPr>
              <a:t>source file </a:t>
            </a:r>
            <a:r>
              <a:rPr lang="en-IN" sz="1800" dirty="0"/>
              <a:t>to a </a:t>
            </a:r>
            <a:r>
              <a:rPr lang="en-IN" sz="1800" dirty="0">
                <a:solidFill>
                  <a:srgbClr val="FF0000"/>
                </a:solidFill>
              </a:rPr>
              <a:t>target file </a:t>
            </a:r>
            <a:r>
              <a:rPr lang="en-IN" sz="1800" dirty="0"/>
              <a:t>and displays the number of </a:t>
            </a:r>
            <a:r>
              <a:rPr lang="en-IN" sz="1800" dirty="0">
                <a:solidFill>
                  <a:srgbClr val="FF0000"/>
                </a:solidFill>
              </a:rPr>
              <a:t>bytes</a:t>
            </a:r>
            <a:r>
              <a:rPr lang="en-IN" sz="1800" dirty="0"/>
              <a:t> in the file.</a:t>
            </a:r>
          </a:p>
          <a:p>
            <a:r>
              <a:rPr lang="en-IN" sz="1800" dirty="0"/>
              <a:t> If the source does not exist, tell the user the file is not found.</a:t>
            </a:r>
          </a:p>
          <a:p>
            <a:r>
              <a:rPr lang="en-IN" sz="1800" dirty="0"/>
              <a:t> If the target file already exists, tell the user the file already exists.</a:t>
            </a:r>
          </a:p>
        </p:txBody>
      </p:sp>
      <p:sp>
        <p:nvSpPr>
          <p:cNvPr id="10" name="Text Placeholder 9">
            <a:extLst>
              <a:ext uri="{FF2B5EF4-FFF2-40B4-BE49-F238E27FC236}">
                <a16:creationId xmlns:a16="http://schemas.microsoft.com/office/drawing/2014/main" id="{06AAB893-7EA0-4281-80F6-34CE61FDF617}"/>
              </a:ext>
            </a:extLst>
          </p:cNvPr>
          <p:cNvSpPr>
            <a:spLocks noGrp="1"/>
          </p:cNvSpPr>
          <p:nvPr>
            <p:ph type="body" sz="quarter" idx="20"/>
          </p:nvPr>
        </p:nvSpPr>
        <p:spPr>
          <a:xfrm>
            <a:off x="7677807" y="5730356"/>
            <a:ext cx="1008993" cy="506932"/>
          </a:xfrm>
        </p:spPr>
        <p:txBody>
          <a:bodyPr/>
          <a:lstStyle/>
          <a:p>
            <a:pPr marL="432" indent="0">
              <a:buNone/>
            </a:pPr>
            <a:r>
              <a:rPr lang="en-IN" dirty="0">
                <a:hlinkClick r:id="rId4" tooltip="https://liveexample.pearsoncmg.com/html/Copy.html"/>
              </a:rPr>
              <a:t>Copy</a:t>
            </a:r>
            <a:endParaRPr lang="en-IN" dirty="0">
              <a:hlinkClick r:id="rId4"/>
            </a:endParaRPr>
          </a:p>
        </p:txBody>
      </p:sp>
    </p:spTree>
    <p:extLst>
      <p:ext uri="{BB962C8B-B14F-4D97-AF65-F5344CB8AC3E}">
        <p14:creationId xmlns:p14="http://schemas.microsoft.com/office/powerpoint/2010/main" val="5669947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6">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6">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82729F-C237-4B7E-B0D7-AF0A16B32429}"/>
              </a:ext>
            </a:extLst>
          </p:cNvPr>
          <p:cNvSpPr>
            <a:spLocks noGrp="1"/>
          </p:cNvSpPr>
          <p:nvPr>
            <p:ph type="title"/>
          </p:nvPr>
        </p:nvSpPr>
        <p:spPr/>
        <p:txBody>
          <a:bodyPr/>
          <a:lstStyle/>
          <a:p>
            <a:r>
              <a:rPr lang="en-IN" dirty="0"/>
              <a:t>The </a:t>
            </a:r>
            <a:r>
              <a:rPr lang="en-IN" dirty="0">
                <a:latin typeface="Courier New" panose="02070309020205020404" pitchFamily="49" charset="0"/>
                <a:cs typeface="Courier New" panose="02070309020205020404" pitchFamily="49" charset="0"/>
              </a:rPr>
              <a:t>Serializable</a:t>
            </a:r>
            <a:r>
              <a:rPr lang="en-IN" dirty="0"/>
              <a:t> Interface</a:t>
            </a:r>
          </a:p>
        </p:txBody>
      </p:sp>
      <p:sp>
        <p:nvSpPr>
          <p:cNvPr id="3" name="Content Placeholder 2">
            <a:extLst>
              <a:ext uri="{FF2B5EF4-FFF2-40B4-BE49-F238E27FC236}">
                <a16:creationId xmlns:a16="http://schemas.microsoft.com/office/drawing/2014/main" id="{314498B3-68AE-4D3C-9E59-E1D3CD67FECB}"/>
              </a:ext>
            </a:extLst>
          </p:cNvPr>
          <p:cNvSpPr>
            <a:spLocks noGrp="1"/>
          </p:cNvSpPr>
          <p:nvPr>
            <p:ph sz="quarter" idx="13"/>
          </p:nvPr>
        </p:nvSpPr>
        <p:spPr/>
        <p:txBody>
          <a:bodyPr/>
          <a:lstStyle/>
          <a:p>
            <a:pPr marL="432" indent="0">
              <a:buNone/>
            </a:pPr>
            <a:r>
              <a:rPr lang="en-IN" dirty="0"/>
              <a:t>Not all objects can be written to an output stream.</a:t>
            </a:r>
          </a:p>
          <a:p>
            <a:pPr marL="432" indent="0">
              <a:buNone/>
            </a:pPr>
            <a:r>
              <a:rPr lang="en-IN" dirty="0"/>
              <a:t>Objects that can be written to an object stream is said to be </a:t>
            </a:r>
            <a:r>
              <a:rPr lang="en-IN" b="1" dirty="0"/>
              <a:t>serializable</a:t>
            </a:r>
            <a:r>
              <a:rPr lang="en-IN" dirty="0"/>
              <a:t>. </a:t>
            </a:r>
          </a:p>
          <a:p>
            <a:pPr marL="432" indent="0">
              <a:buNone/>
            </a:pPr>
            <a:r>
              <a:rPr lang="en-IN" dirty="0"/>
              <a:t>A serializable object is an instance of the java.io.Serializable interface.</a:t>
            </a:r>
          </a:p>
          <a:p>
            <a:pPr marL="432" indent="0">
              <a:buNone/>
            </a:pPr>
            <a:r>
              <a:rPr lang="en-IN" dirty="0"/>
              <a:t>So the class of a serializable object must implement Serializable.</a:t>
            </a:r>
          </a:p>
        </p:txBody>
      </p:sp>
    </p:spTree>
    <p:extLst>
      <p:ext uri="{BB962C8B-B14F-4D97-AF65-F5344CB8AC3E}">
        <p14:creationId xmlns:p14="http://schemas.microsoft.com/office/powerpoint/2010/main" val="14267571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82729F-C237-4B7E-B0D7-AF0A16B32429}"/>
              </a:ext>
            </a:extLst>
          </p:cNvPr>
          <p:cNvSpPr>
            <a:spLocks noGrp="1"/>
          </p:cNvSpPr>
          <p:nvPr>
            <p:ph type="title"/>
          </p:nvPr>
        </p:nvSpPr>
        <p:spPr/>
        <p:txBody>
          <a:bodyPr/>
          <a:lstStyle/>
          <a:p>
            <a:r>
              <a:rPr lang="en-IN" dirty="0"/>
              <a:t>The </a:t>
            </a:r>
            <a:r>
              <a:rPr lang="en-IN" dirty="0">
                <a:latin typeface="Courier New" panose="02070309020205020404" pitchFamily="49" charset="0"/>
                <a:cs typeface="Courier New" panose="02070309020205020404" pitchFamily="49" charset="0"/>
              </a:rPr>
              <a:t>Serializable</a:t>
            </a:r>
            <a:r>
              <a:rPr lang="en-IN" dirty="0"/>
              <a:t> Interface</a:t>
            </a:r>
          </a:p>
        </p:txBody>
      </p:sp>
      <p:sp>
        <p:nvSpPr>
          <p:cNvPr id="3" name="Content Placeholder 2">
            <a:extLst>
              <a:ext uri="{FF2B5EF4-FFF2-40B4-BE49-F238E27FC236}">
                <a16:creationId xmlns:a16="http://schemas.microsoft.com/office/drawing/2014/main" id="{314498B3-68AE-4D3C-9E59-E1D3CD67FECB}"/>
              </a:ext>
            </a:extLst>
          </p:cNvPr>
          <p:cNvSpPr>
            <a:spLocks noGrp="1"/>
          </p:cNvSpPr>
          <p:nvPr>
            <p:ph sz="quarter" idx="13"/>
          </p:nvPr>
        </p:nvSpPr>
        <p:spPr/>
        <p:txBody>
          <a:bodyPr/>
          <a:lstStyle/>
          <a:p>
            <a:pPr marL="432" indent="0">
              <a:buNone/>
            </a:pPr>
            <a:r>
              <a:rPr lang="en-IN" dirty="0"/>
              <a:t>The Serializable interface is a marker interface.</a:t>
            </a:r>
          </a:p>
          <a:p>
            <a:pPr marL="432" indent="0">
              <a:buNone/>
            </a:pPr>
            <a:endParaRPr lang="en-IN" dirty="0"/>
          </a:p>
          <a:p>
            <a:pPr marL="432" indent="0">
              <a:buNone/>
            </a:pPr>
            <a:r>
              <a:rPr lang="en-IN" dirty="0"/>
              <a:t>It has no methods, so you don't need to add additional code in your class that implements Serializable.</a:t>
            </a:r>
          </a:p>
          <a:p>
            <a:pPr marL="432" indent="0">
              <a:buNone/>
            </a:pPr>
            <a:endParaRPr lang="en-IN" dirty="0"/>
          </a:p>
          <a:p>
            <a:pPr marL="432" indent="0">
              <a:buNone/>
            </a:pPr>
            <a:r>
              <a:rPr lang="en-IN" dirty="0"/>
              <a:t>Implementing this interface enables the Java serialization mechanism to automate the process of storing the objects and arrays.</a:t>
            </a:r>
          </a:p>
        </p:txBody>
      </p:sp>
    </p:spTree>
    <p:extLst>
      <p:ext uri="{BB962C8B-B14F-4D97-AF65-F5344CB8AC3E}">
        <p14:creationId xmlns:p14="http://schemas.microsoft.com/office/powerpoint/2010/main" val="14322532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2CB1F8-70DE-4C5B-ADE7-240D5A66C643}"/>
              </a:ext>
            </a:extLst>
          </p:cNvPr>
          <p:cNvSpPr>
            <a:spLocks noGrp="1"/>
          </p:cNvSpPr>
          <p:nvPr>
            <p:ph type="title"/>
          </p:nvPr>
        </p:nvSpPr>
        <p:spPr/>
        <p:txBody>
          <a:bodyPr/>
          <a:lstStyle/>
          <a:p>
            <a:r>
              <a:rPr lang="en-IN" dirty="0"/>
              <a:t>Serializing Arrays</a:t>
            </a:r>
          </a:p>
        </p:txBody>
      </p:sp>
      <p:sp>
        <p:nvSpPr>
          <p:cNvPr id="7" name="Content Placeholder 2">
            <a:extLst>
              <a:ext uri="{FF2B5EF4-FFF2-40B4-BE49-F238E27FC236}">
                <a16:creationId xmlns:a16="http://schemas.microsoft.com/office/drawing/2014/main" id="{8722AC16-7083-4096-AE87-6241324567C6}"/>
              </a:ext>
            </a:extLst>
          </p:cNvPr>
          <p:cNvSpPr>
            <a:spLocks noGrp="1"/>
          </p:cNvSpPr>
          <p:nvPr>
            <p:ph sz="quarter" idx="13"/>
          </p:nvPr>
        </p:nvSpPr>
        <p:spPr>
          <a:xfrm>
            <a:off x="457201" y="1554921"/>
            <a:ext cx="8229600" cy="3805355"/>
          </a:xfrm>
        </p:spPr>
        <p:txBody>
          <a:bodyPr/>
          <a:lstStyle/>
          <a:p>
            <a:pPr marL="432" indent="0">
              <a:buNone/>
            </a:pPr>
            <a:r>
              <a:rPr lang="en-IN" dirty="0"/>
              <a:t>An array is serializable if all its elements are serializable.</a:t>
            </a:r>
          </a:p>
          <a:p>
            <a:pPr marL="432" indent="0">
              <a:buNone/>
            </a:pPr>
            <a:r>
              <a:rPr lang="en-IN" dirty="0"/>
              <a:t>So an entire array can be saved using writeObject into a file and later restored using </a:t>
            </a:r>
            <a:r>
              <a:rPr lang="en-IN" dirty="0" err="1"/>
              <a:t>readObject</a:t>
            </a:r>
            <a:r>
              <a:rPr lang="en-IN" dirty="0"/>
              <a:t>.</a:t>
            </a:r>
          </a:p>
          <a:p>
            <a:pPr marL="432" indent="0">
              <a:buNone/>
            </a:pPr>
            <a:r>
              <a:rPr lang="en-IN" dirty="0"/>
              <a:t>Here is an example that stores an array of five int values and an array of three strings, and reads them back to display on the console.</a:t>
            </a:r>
          </a:p>
        </p:txBody>
      </p:sp>
      <p:sp>
        <p:nvSpPr>
          <p:cNvPr id="10" name="Text Placeholder 9">
            <a:extLst>
              <a:ext uri="{FF2B5EF4-FFF2-40B4-BE49-F238E27FC236}">
                <a16:creationId xmlns:a16="http://schemas.microsoft.com/office/drawing/2014/main" id="{37175554-CA8F-4774-886D-9823FEB70B9C}"/>
              </a:ext>
            </a:extLst>
          </p:cNvPr>
          <p:cNvSpPr>
            <a:spLocks noGrp="1"/>
          </p:cNvSpPr>
          <p:nvPr>
            <p:ph type="body" sz="quarter" idx="20"/>
          </p:nvPr>
        </p:nvSpPr>
        <p:spPr>
          <a:xfrm>
            <a:off x="4808483" y="5712898"/>
            <a:ext cx="3878317" cy="536714"/>
          </a:xfrm>
        </p:spPr>
        <p:txBody>
          <a:bodyPr/>
          <a:lstStyle/>
          <a:p>
            <a:pPr marL="432" indent="0" algn="ctr">
              <a:buNone/>
            </a:pPr>
            <a:r>
              <a:rPr lang="en-IN" dirty="0">
                <a:hlinkClick r:id="rId3" tooltip="https://liveexample.pearsoncmg.com/html/TestObjectStreamForArray.html"/>
              </a:rPr>
              <a:t>TestObjectStreamForArray</a:t>
            </a:r>
          </a:p>
        </p:txBody>
      </p:sp>
    </p:spTree>
    <p:extLst>
      <p:ext uri="{BB962C8B-B14F-4D97-AF65-F5344CB8AC3E}">
        <p14:creationId xmlns:p14="http://schemas.microsoft.com/office/powerpoint/2010/main" val="41517791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7">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384"/>
        <p:cNvGrpSpPr/>
        <p:nvPr/>
      </p:nvGrpSpPr>
      <p:grpSpPr>
        <a:xfrm>
          <a:off x="0" y="0"/>
          <a:ext cx="0" cy="0"/>
          <a:chOff x="0" y="0"/>
          <a:chExt cx="0" cy="0"/>
        </a:xfrm>
      </p:grpSpPr>
      <p:sp>
        <p:nvSpPr>
          <p:cNvPr id="5" name="Title 4">
            <a:extLst>
              <a:ext uri="{FF2B5EF4-FFF2-40B4-BE49-F238E27FC236}">
                <a16:creationId xmlns:a16="http://schemas.microsoft.com/office/drawing/2014/main" id="{E47FF819-0D5D-491A-BF8F-B42813E7390C}"/>
              </a:ext>
            </a:extLst>
          </p:cNvPr>
          <p:cNvSpPr>
            <a:spLocks noGrp="1"/>
          </p:cNvSpPr>
          <p:nvPr>
            <p:ph type="title"/>
          </p:nvPr>
        </p:nvSpPr>
        <p:spPr/>
        <p:txBody>
          <a:bodyPr/>
          <a:lstStyle/>
          <a:p>
            <a:r>
              <a:rPr lang="en-US" dirty="0"/>
              <a:t>Copyright</a:t>
            </a:r>
          </a:p>
        </p:txBody>
      </p:sp>
      <p:pic>
        <p:nvPicPr>
          <p:cNvPr id="7" name="Graphic 6" descr="Warning">
            <a:extLst>
              <a:ext uri="{FF2B5EF4-FFF2-40B4-BE49-F238E27FC236}">
                <a16:creationId xmlns:a16="http://schemas.microsoft.com/office/drawing/2014/main" id="{C06FB2D2-3F36-42C9-A5A6-B6234DC54C96}"/>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246184" y="2317359"/>
            <a:ext cx="1277815" cy="1434026"/>
          </a:xfrm>
          <a:prstGeom prst="rect">
            <a:avLst/>
          </a:prstGeom>
        </p:spPr>
      </p:pic>
      <p:sp>
        <p:nvSpPr>
          <p:cNvPr id="2" name="Text Placeholder 1">
            <a:extLst>
              <a:ext uri="{FF2B5EF4-FFF2-40B4-BE49-F238E27FC236}">
                <a16:creationId xmlns:a16="http://schemas.microsoft.com/office/drawing/2014/main" id="{AD5FAE7B-F718-4307-B112-AD6256157E8F}"/>
              </a:ext>
            </a:extLst>
          </p:cNvPr>
          <p:cNvSpPr>
            <a:spLocks noGrp="1"/>
          </p:cNvSpPr>
          <p:nvPr>
            <p:ph type="body" idx="4294967295"/>
          </p:nvPr>
        </p:nvSpPr>
        <p:spPr>
          <a:xfrm>
            <a:off x="1606061" y="1852246"/>
            <a:ext cx="6858001" cy="2854836"/>
          </a:xfrm>
          <a:ln/>
        </p:spPr>
        <p:style>
          <a:lnRef idx="2">
            <a:schemeClr val="dk1"/>
          </a:lnRef>
          <a:fillRef idx="1">
            <a:schemeClr val="lt1"/>
          </a:fillRef>
          <a:effectRef idx="0">
            <a:schemeClr val="dk1"/>
          </a:effectRef>
          <a:fontRef idx="minor">
            <a:schemeClr val="dk1"/>
          </a:fontRef>
        </p:style>
        <p:txBody>
          <a:bodyPr lIns="182880" tIns="182880" rIns="182880" bIns="182880" anchor="ctr"/>
          <a:lstStyle/>
          <a:p>
            <a:pPr marL="101600" indent="0">
              <a:buNone/>
            </a:pPr>
            <a:r>
              <a:rPr lang="en-US" b="1" dirty="0"/>
              <a:t>This work is protected by United States copyright laws and is</a:t>
            </a:r>
            <a:r>
              <a:rPr lang="en-US" b="1" baseline="0" dirty="0"/>
              <a:t> </a:t>
            </a:r>
            <a:r>
              <a:rPr lang="en-US" b="1" dirty="0"/>
              <a:t>provided solely for the use of instructors in teaching their courses and assessing student learning. Dissemination or sale of any part of this work (including on the World Wide Web) will destroy the integrity of the work and is not permitted. The work and materials from it should never be made available to students except by instructors using the accompanying text in their classes. All recipients of this work are expected to abide by these restrictions and to honor the intended pedagogical purposes and the needs of other instructors who rely on these materials.</a:t>
            </a:r>
          </a:p>
        </p:txBody>
      </p:sp>
    </p:spTree>
  </p:cSld>
  <p:clrMapOvr>
    <a:masterClrMapping/>
  </p:clrMapOvr>
</p:sld>
</file>

<file path=ppt/theme/theme1.xml><?xml version="1.0" encoding="utf-8"?>
<a:theme xmlns:a="http://schemas.openxmlformats.org/drawingml/2006/main" name="USHE">
  <a:themeElements>
    <a:clrScheme name="Custom 7">
      <a:dk1>
        <a:srgbClr val="000000"/>
      </a:dk1>
      <a:lt1>
        <a:srgbClr val="FFFFFF"/>
      </a:lt1>
      <a:dk2>
        <a:srgbClr val="000000"/>
      </a:dk2>
      <a:lt2>
        <a:srgbClr val="007FA3"/>
      </a:lt2>
      <a:accent1>
        <a:srgbClr val="3C1581"/>
      </a:accent1>
      <a:accent2>
        <a:srgbClr val="1A6C7C"/>
      </a:accent2>
      <a:accent3>
        <a:srgbClr val="CC730D"/>
      </a:accent3>
      <a:accent4>
        <a:srgbClr val="B2AA00"/>
      </a:accent4>
      <a:accent5>
        <a:srgbClr val="1B9332"/>
      </a:accent5>
      <a:accent6>
        <a:srgbClr val="7F7F7F"/>
      </a:accent6>
      <a:hlink>
        <a:srgbClr val="3C1581"/>
      </a:hlink>
      <a:folHlink>
        <a:srgbClr val="7F7F7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USHE_slide options">
  <a:themeElements>
    <a:clrScheme name="Custom 40">
      <a:dk1>
        <a:srgbClr val="000000"/>
      </a:dk1>
      <a:lt1>
        <a:srgbClr val="FFFFFF"/>
      </a:lt1>
      <a:dk2>
        <a:srgbClr val="000000"/>
      </a:dk2>
      <a:lt2>
        <a:srgbClr val="007FA3"/>
      </a:lt2>
      <a:accent1>
        <a:srgbClr val="3C1581"/>
      </a:accent1>
      <a:accent2>
        <a:srgbClr val="1A6C7C"/>
      </a:accent2>
      <a:accent3>
        <a:srgbClr val="CC730D"/>
      </a:accent3>
      <a:accent4>
        <a:srgbClr val="B2AA00"/>
      </a:accent4>
      <a:accent5>
        <a:srgbClr val="1B9332"/>
      </a:accent5>
      <a:accent6>
        <a:srgbClr val="7F7F7F"/>
      </a:accent6>
      <a:hlink>
        <a:srgbClr val="333399"/>
      </a:hlink>
      <a:folHlink>
        <a:srgbClr val="7030A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tema">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USN Bokmål">
  <a:themeElements>
    <a:clrScheme name="Custom 39">
      <a:dk1>
        <a:srgbClr val="252525"/>
      </a:dk1>
      <a:lt1>
        <a:sysClr val="window" lastClr="FFFFFF"/>
      </a:lt1>
      <a:dk2>
        <a:srgbClr val="7E9492"/>
      </a:dk2>
      <a:lt2>
        <a:srgbClr val="D6E0E3"/>
      </a:lt2>
      <a:accent1>
        <a:srgbClr val="4B4CAD"/>
      </a:accent1>
      <a:accent2>
        <a:srgbClr val="3BAFA2"/>
      </a:accent2>
      <a:accent3>
        <a:srgbClr val="00978A"/>
      </a:accent3>
      <a:accent4>
        <a:srgbClr val="FFD240"/>
      </a:accent4>
      <a:accent5>
        <a:srgbClr val="D64349"/>
      </a:accent5>
      <a:accent6>
        <a:srgbClr val="27B2D0"/>
      </a:accent6>
      <a:hlink>
        <a:srgbClr val="005B9A"/>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Presentation1" id="{32247431-3E2A-4F62-B5FC-7BAC169337D2}" vid="{B416DA83-C05D-41FB-B756-3651B1252A37}"/>
    </a:ext>
  </a:extLst>
</a:theme>
</file>

<file path=ppt/theme/theme5.xml><?xml version="1.0" encoding="utf-8"?>
<a:theme xmlns:a="http://schemas.openxmlformats.org/drawingml/2006/main" name="Custom Theme">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6.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86D90B95B22DD945BDFF45EB84A5E21C" ma:contentTypeVersion="11" ma:contentTypeDescription="Create a new document." ma:contentTypeScope="" ma:versionID="d64c759ff087fb2f361248d72b503ae0">
  <xsd:schema xmlns:xsd="http://www.w3.org/2001/XMLSchema" xmlns:xs="http://www.w3.org/2001/XMLSchema" xmlns:p="http://schemas.microsoft.com/office/2006/metadata/properties" xmlns:ns2="7c1bd8dc-4e40-424f-a15f-9ffcd522197f" xmlns:ns3="6125ffc9-2c56-435e-8267-1393444907b2" targetNamespace="http://schemas.microsoft.com/office/2006/metadata/properties" ma:root="true" ma:fieldsID="7322cfddf5e3a731f65b591fdc9947f5" ns2:_="" ns3:_="">
    <xsd:import namespace="7c1bd8dc-4e40-424f-a15f-9ffcd522197f"/>
    <xsd:import namespace="6125ffc9-2c56-435e-8267-1393444907b2"/>
    <xsd:element name="properties">
      <xsd:complexType>
        <xsd:sequence>
          <xsd:element name="documentManagement">
            <xsd:complexType>
              <xsd:all>
                <xsd:element ref="ns2:SharedWithUsers" minOccurs="0"/>
                <xsd:element ref="ns2:SharedWithDetails" minOccurs="0"/>
                <xsd:element ref="ns3:MediaServiceMetadata" minOccurs="0"/>
                <xsd:element ref="ns3:MediaServiceFastMetadata" minOccurs="0"/>
                <xsd:element ref="ns3:MediaServiceAutoKeyPoints" minOccurs="0"/>
                <xsd:element ref="ns3:MediaServiceKeyPoints" minOccurs="0"/>
                <xsd:element ref="ns3:MediaServiceAutoTags" minOccurs="0"/>
                <xsd:element ref="ns3:MediaServiceOCR" minOccurs="0"/>
                <xsd:element ref="ns3:MediaServiceGenerationTime" minOccurs="0"/>
                <xsd:element ref="ns3:MediaServiceEventHashCode" minOccurs="0"/>
                <xsd:element ref="ns3:MediaServiceDateTake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c1bd8dc-4e40-424f-a15f-9ffcd522197f" elementFormDefault="qualified">
    <xsd:import namespace="http://schemas.microsoft.com/office/2006/documentManagement/types"/>
    <xsd:import namespace="http://schemas.microsoft.com/office/infopath/2007/PartnerControls"/>
    <xsd:element name="SharedWithUsers" ma:index="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9" nillable="true" ma:displayName="Shared With Details" ma:internalName="SharedWithDetail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6125ffc9-2c56-435e-8267-1393444907b2" elementFormDefault="qualified">
    <xsd:import namespace="http://schemas.microsoft.com/office/2006/documentManagement/types"/>
    <xsd:import namespace="http://schemas.microsoft.com/office/infopath/2007/PartnerControls"/>
    <xsd:element name="MediaServiceMetadata" ma:index="10" nillable="true" ma:displayName="MediaServiceMetadata" ma:hidden="true" ma:internalName="MediaServiceMetadata" ma:readOnly="true">
      <xsd:simpleType>
        <xsd:restriction base="dms:Note"/>
      </xsd:simpleType>
    </xsd:element>
    <xsd:element name="MediaServiceFastMetadata" ma:index="11" nillable="true" ma:displayName="MediaServiceFastMetadata" ma:hidden="true" ma:internalName="MediaServiceFastMetadata" ma:readOnly="true">
      <xsd:simpleType>
        <xsd:restriction base="dms:Note"/>
      </xsd:simpleType>
    </xsd:element>
    <xsd:element name="MediaServiceAutoKeyPoints" ma:index="12" nillable="true" ma:displayName="MediaServiceAutoKeyPoints" ma:hidden="true" ma:internalName="MediaServiceAutoKeyPoints" ma:readOnly="true">
      <xsd:simpleType>
        <xsd:restriction base="dms:Note"/>
      </xsd:simpleType>
    </xsd:element>
    <xsd:element name="MediaServiceKeyPoints" ma:index="13" nillable="true" ma:displayName="KeyPoints" ma:internalName="MediaServiceKeyPoints" ma:readOnly="true">
      <xsd:simpleType>
        <xsd:restriction base="dms:Note">
          <xsd:maxLength value="255"/>
        </xsd:restriction>
      </xsd:simpleType>
    </xsd:element>
    <xsd:element name="MediaServiceAutoTags" ma:index="14" nillable="true" ma:displayName="Tags" ma:internalName="MediaServiceAutoTags" ma:readOnly="true">
      <xsd:simpleType>
        <xsd:restriction base="dms:Text"/>
      </xsd:simpleType>
    </xsd:element>
    <xsd:element name="MediaServiceOCR" ma:index="15" nillable="true" ma:displayName="Extracted Text" ma:internalName="MediaServiceOCR" ma:readOnly="true">
      <xsd:simpleType>
        <xsd:restriction base="dms:Note">
          <xsd:maxLength value="255"/>
        </xsd:restriction>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ServiceDateTaken" ma:index="18" nillable="true" ma:displayName="MediaServiceDateTaken" ma:hidden="true" ma:internalName="MediaServiceDateTaken"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39C42116-E7CF-455D-9877-3EF4A2D04EA2}">
  <ds:schemaRefs>
    <ds:schemaRef ds:uri="http://purl.org/dc/elements/1.1/"/>
    <ds:schemaRef ds:uri="http://schemas.microsoft.com/office/2006/metadata/properties"/>
    <ds:schemaRef ds:uri="http://schemas.microsoft.com/office/2006/documentManagement/types"/>
    <ds:schemaRef ds:uri="http://purl.org/dc/terms/"/>
    <ds:schemaRef ds:uri="http://schemas.openxmlformats.org/package/2006/metadata/core-properties"/>
    <ds:schemaRef ds:uri="http://purl.org/dc/dcmitype/"/>
    <ds:schemaRef ds:uri="http://schemas.microsoft.com/office/infopath/2007/PartnerControls"/>
    <ds:schemaRef ds:uri="6125ffc9-2c56-435e-8267-1393444907b2"/>
    <ds:schemaRef ds:uri="7c1bd8dc-4e40-424f-a15f-9ffcd522197f"/>
    <ds:schemaRef ds:uri="http://www.w3.org/XML/1998/namespace"/>
  </ds:schemaRefs>
</ds:datastoreItem>
</file>

<file path=customXml/itemProps2.xml><?xml version="1.0" encoding="utf-8"?>
<ds:datastoreItem xmlns:ds="http://schemas.openxmlformats.org/officeDocument/2006/customXml" ds:itemID="{858FAA93-2E59-4867-B608-D9F1AF9A8D09}">
  <ds:schemaRefs>
    <ds:schemaRef ds:uri="http://schemas.microsoft.com/sharepoint/v3/contenttype/forms"/>
  </ds:schemaRefs>
</ds:datastoreItem>
</file>

<file path=customXml/itemProps3.xml><?xml version="1.0" encoding="utf-8"?>
<ds:datastoreItem xmlns:ds="http://schemas.openxmlformats.org/officeDocument/2006/customXml" ds:itemID="{53B9BD87-620E-43E5-BD46-E30BDBC6EEC3}">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c1bd8dc-4e40-424f-a15f-9ffcd522197f"/>
    <ds:schemaRef ds:uri="6125ffc9-2c56-435e-8267-1393444907b2"/>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Metadata/LabelInfo.xml><?xml version="1.0" encoding="utf-8"?>
<clbl:labelList xmlns:clbl="http://schemas.microsoft.com/office/2020/mipLabelMetadata">
  <clbl:label id="{bc758dd0-ab53-4372-9a7c-e98a9620862c}" enabled="0" method="" siteId="{bc758dd0-ab53-4372-9a7c-e98a9620862c}" removed="1"/>
</clbl:labelList>
</file>

<file path=docProps/app.xml><?xml version="1.0" encoding="utf-8"?>
<Properties xmlns="http://schemas.openxmlformats.org/officeDocument/2006/extended-properties" xmlns:vt="http://schemas.openxmlformats.org/officeDocument/2006/docPropsVTypes">
  <TotalTime>150099</TotalTime>
  <Words>3524</Words>
  <Application>Microsoft Office PowerPoint</Application>
  <PresentationFormat>Skjermfremvisning (4:3)</PresentationFormat>
  <Paragraphs>194</Paragraphs>
  <Slides>29</Slides>
  <Notes>17</Notes>
  <HiddenSlides>0</HiddenSlides>
  <MMClips>0</MMClips>
  <ScaleCrop>false</ScaleCrop>
  <HeadingPairs>
    <vt:vector size="6" baseType="variant">
      <vt:variant>
        <vt:lpstr>Brukte skrifter</vt:lpstr>
      </vt:variant>
      <vt:variant>
        <vt:i4>8</vt:i4>
      </vt:variant>
      <vt:variant>
        <vt:lpstr>Tema</vt:lpstr>
      </vt:variant>
      <vt:variant>
        <vt:i4>4</vt:i4>
      </vt:variant>
      <vt:variant>
        <vt:lpstr>Lysbildetitler</vt:lpstr>
      </vt:variant>
      <vt:variant>
        <vt:i4>29</vt:i4>
      </vt:variant>
    </vt:vector>
  </HeadingPairs>
  <TitlesOfParts>
    <vt:vector size="41" baseType="lpstr">
      <vt:lpstr>Verdana</vt:lpstr>
      <vt:lpstr>Noto Sans Symbols</vt:lpstr>
      <vt:lpstr>Calibri Light</vt:lpstr>
      <vt:lpstr>Courier New</vt:lpstr>
      <vt:lpstr>Calibri</vt:lpstr>
      <vt:lpstr>Times New Roman</vt:lpstr>
      <vt:lpstr>Arial</vt:lpstr>
      <vt:lpstr>Segoe UI</vt:lpstr>
      <vt:lpstr>USHE</vt:lpstr>
      <vt:lpstr>USHE_slide options</vt:lpstr>
      <vt:lpstr>Office-tema</vt:lpstr>
      <vt:lpstr>USN Bokmål</vt:lpstr>
      <vt:lpstr>PowerPoint-presentasjon</vt:lpstr>
      <vt:lpstr>PowerPoint-presentasjon</vt:lpstr>
      <vt:lpstr>PB1090 –Agenda uke 11</vt:lpstr>
      <vt:lpstr>Introduction to Java Programming and Data Structures</vt:lpstr>
      <vt:lpstr>Motivations</vt:lpstr>
      <vt:lpstr>Objectives</vt:lpstr>
      <vt:lpstr>How is I/O Handled in Java?</vt:lpstr>
      <vt:lpstr>How is I/O Handled in Java?</vt:lpstr>
      <vt:lpstr>Text File versus Binary File</vt:lpstr>
      <vt:lpstr>Text I/O VS. Binary I/O</vt:lpstr>
      <vt:lpstr>Text I/O VS. Binary I/O</vt:lpstr>
      <vt:lpstr>Binary I/O Classes</vt:lpstr>
      <vt:lpstr>InputStream</vt:lpstr>
      <vt:lpstr>OutputStream</vt:lpstr>
      <vt:lpstr>FileInputStream/FileOutputStream</vt:lpstr>
      <vt:lpstr>FileInputStream</vt:lpstr>
      <vt:lpstr>FileOutputStream</vt:lpstr>
      <vt:lpstr>Characters and Strings in Binary I/O</vt:lpstr>
      <vt:lpstr>Characters and Strings in Binary I/O</vt:lpstr>
      <vt:lpstr>Concept of Pipe Line</vt:lpstr>
      <vt:lpstr>Order and Format</vt:lpstr>
      <vt:lpstr>BufferedInputStream/BufferedOutputStream</vt:lpstr>
      <vt:lpstr>Constructing BufferedInputStream/BufferedOutputStream</vt:lpstr>
      <vt:lpstr>Case Studies: Copy File</vt:lpstr>
      <vt:lpstr>Case Studies: Copy File</vt:lpstr>
      <vt:lpstr>The Serializable Interface</vt:lpstr>
      <vt:lpstr>The Serializable Interface</vt:lpstr>
      <vt:lpstr>Serializing Arrays</vt:lpstr>
      <vt:lpstr>Copyright</vt:lpstr>
    </vt:vector>
  </TitlesOfParts>
  <Company>Pearson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Introduction to Java Programming and Data Structures, Twelfth Edition, Chapter 17, Binary I/O</dc:title>
  <dc:subject>IT</dc:subject>
  <dc:creator>Liang</dc:creator>
  <cp:keywords>Introduction to Java Programming and Data Structures</cp:keywords>
  <dc:description>This deck contains code snippets and symbols, screen reader users may need to increase verbosity levels; Long description alt-text is inserted in the notes pane; This presentation contains the hyperlinks located in Notes Pane.</dc:description>
  <cp:lastModifiedBy>Lars Erik Opdal</cp:lastModifiedBy>
  <cp:revision>836</cp:revision>
  <dcterms:modified xsi:type="dcterms:W3CDTF">2026-03-13T09:03:00Z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0x01010086D90B95B22DD945BDFF45EB84A5E21C</vt:lpwstr>
  </property>
</Properties>
</file>